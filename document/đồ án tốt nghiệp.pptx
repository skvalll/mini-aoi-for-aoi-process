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6" r:id="rId10"/>
    <p:sldId id="264" r:id="rId11"/>
    <p:sldId id="265" r:id="rId12"/>
    <p:sldId id="267" r:id="rId13"/>
    <p:sldId id="268" r:id="rId14"/>
    <p:sldId id="269" r:id="rId15"/>
  </p:sldIdLst>
  <p:sldSz cx="18288000" cy="10287000"/>
  <p:notesSz cx="6858000" cy="9144000"/>
  <p:embeddedFontLst>
    <p:embeddedFont>
      <p:font typeface="Open Sans" panose="020B0604020202020204" charset="0"/>
      <p:regular r:id="rId17"/>
    </p:embeddedFont>
    <p:embeddedFont>
      <p:font typeface="Noto Sans Bold" panose="020B0604020202020204" charset="0"/>
      <p:regular r:id="rId18"/>
    </p:embeddedFont>
    <p:embeddedFont>
      <p:font typeface="Open Sans Bold" panose="020B0604020202020204" charset="0"/>
      <p:regular r:id="rId19"/>
    </p:embeddedFont>
    <p:embeddedFont>
      <p:font typeface="Calibri" panose="020F0502020204030204" pitchFamily="34" charset="0"/>
      <p:regular r:id="rId20"/>
      <p:bold r:id="rId21"/>
      <p:italic r:id="rId22"/>
      <p:boldItalic r:id="rId23"/>
    </p:embeddedFont>
    <p:embeddedFont>
      <p:font typeface="Be Vietnam" panose="020B0604020202020204" charset="0"/>
      <p:regular r:id="rId24"/>
    </p:embeddedFont>
    <p:embeddedFont>
      <p:font typeface="Be Vietnam Ultra-Bold" panose="020B0604020202020204" charset="0"/>
      <p:regular r:id="rId25"/>
    </p:embeddedFont>
    <p:embeddedFont>
      <p:font typeface="Noto San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5" d="100"/>
          <a:sy n="55" d="100"/>
        </p:scale>
        <p:origin x="658" y="43"/>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4003"/>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900B5D-CF7E-4911-A963-8794F21A7903}" type="datetimeFigureOut">
              <a:rPr lang="en-US" smtClean="0"/>
              <a:t>8/14/2026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8C4EAE-1E45-4D3A-B37B-EFD47784976C}" type="slidenum">
              <a:rPr lang="en-US" smtClean="0"/>
              <a:t>‹#›</a:t>
            </a:fld>
            <a:endParaRPr lang="en-US"/>
          </a:p>
        </p:txBody>
      </p:sp>
    </p:spTree>
    <p:extLst>
      <p:ext uri="{BB962C8B-B14F-4D97-AF65-F5344CB8AC3E}">
        <p14:creationId xmlns:p14="http://schemas.microsoft.com/office/powerpoint/2010/main" val="3636536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Chào</a:t>
            </a:r>
            <a:r>
              <a:rPr lang="en-US" baseline="0" dirty="0" smtClean="0"/>
              <a:t> </a:t>
            </a:r>
            <a:r>
              <a:rPr lang="en-US" baseline="0" dirty="0" err="1" smtClean="0"/>
              <a:t>các</a:t>
            </a:r>
            <a:r>
              <a:rPr lang="en-US" baseline="0" dirty="0" smtClean="0"/>
              <a:t> </a:t>
            </a:r>
            <a:r>
              <a:rPr lang="en-US" baseline="0" dirty="0" err="1" smtClean="0"/>
              <a:t>thầy</a:t>
            </a:r>
            <a:r>
              <a:rPr lang="en-US" baseline="0" dirty="0" smtClean="0"/>
              <a:t>, </a:t>
            </a:r>
            <a:r>
              <a:rPr lang="en-US" baseline="0" dirty="0" err="1" smtClean="0"/>
              <a:t>em</a:t>
            </a:r>
            <a:r>
              <a:rPr lang="en-US" baseline="0" dirty="0" smtClean="0"/>
              <a:t> </a:t>
            </a:r>
            <a:r>
              <a:rPr lang="en-US" baseline="0" dirty="0" err="1" smtClean="0"/>
              <a:t>là</a:t>
            </a:r>
            <a:r>
              <a:rPr lang="en-US" baseline="0" dirty="0" smtClean="0"/>
              <a:t> </a:t>
            </a:r>
            <a:r>
              <a:rPr lang="en-US" baseline="0" dirty="0" err="1" smtClean="0"/>
              <a:t>Đinh</a:t>
            </a:r>
            <a:r>
              <a:rPr lang="en-US" baseline="0" dirty="0" smtClean="0"/>
              <a:t> </a:t>
            </a:r>
            <a:r>
              <a:rPr lang="en-US" baseline="0" dirty="0" err="1" smtClean="0"/>
              <a:t>Lâm</a:t>
            </a:r>
            <a:r>
              <a:rPr lang="en-US" baseline="0" dirty="0" smtClean="0"/>
              <a:t> Quang </a:t>
            </a:r>
            <a:r>
              <a:rPr lang="en-US" baseline="0" dirty="0" err="1" smtClean="0"/>
              <a:t>Tuấn</a:t>
            </a:r>
            <a:r>
              <a:rPr lang="en-US" baseline="0" dirty="0" smtClean="0"/>
              <a:t>, </a:t>
            </a:r>
            <a:r>
              <a:rPr lang="en-US" baseline="0" dirty="0" err="1" smtClean="0"/>
              <a:t>hôm</a:t>
            </a:r>
            <a:r>
              <a:rPr lang="en-US" baseline="0" dirty="0" smtClean="0"/>
              <a:t> </a:t>
            </a:r>
            <a:r>
              <a:rPr lang="en-US" baseline="0" dirty="0" err="1" smtClean="0"/>
              <a:t>này</a:t>
            </a:r>
            <a:r>
              <a:rPr lang="en-US" baseline="0" dirty="0" smtClean="0"/>
              <a:t> </a:t>
            </a:r>
            <a:r>
              <a:rPr lang="en-US" baseline="0" dirty="0" err="1" smtClean="0"/>
              <a:t>em</a:t>
            </a:r>
            <a:r>
              <a:rPr lang="en-US" baseline="0" dirty="0" smtClean="0"/>
              <a:t> </a:t>
            </a:r>
            <a:r>
              <a:rPr lang="en-US" baseline="0" dirty="0" err="1" smtClean="0"/>
              <a:t>báo</a:t>
            </a:r>
            <a:r>
              <a:rPr lang="en-US" baseline="0" dirty="0" smtClean="0"/>
              <a:t> </a:t>
            </a:r>
            <a:r>
              <a:rPr lang="en-US" baseline="0" dirty="0" err="1" smtClean="0"/>
              <a:t>cáo</a:t>
            </a:r>
            <a:r>
              <a:rPr lang="en-US" baseline="0" dirty="0" smtClean="0"/>
              <a:t> </a:t>
            </a:r>
            <a:r>
              <a:rPr lang="en-US" baseline="0" dirty="0" err="1" smtClean="0"/>
              <a:t>đồ</a:t>
            </a:r>
            <a:r>
              <a:rPr lang="en-US" baseline="0" dirty="0" smtClean="0"/>
              <a:t> </a:t>
            </a:r>
            <a:r>
              <a:rPr lang="en-US" baseline="0" dirty="0" err="1" smtClean="0"/>
              <a:t>án</a:t>
            </a:r>
            <a:r>
              <a:rPr lang="en-US" baseline="0" dirty="0" smtClean="0"/>
              <a:t> </a:t>
            </a:r>
            <a:r>
              <a:rPr lang="en-US" baseline="0" dirty="0" err="1" smtClean="0"/>
              <a:t>tốt</a:t>
            </a:r>
            <a:r>
              <a:rPr lang="en-US" baseline="0" dirty="0" smtClean="0"/>
              <a:t> </a:t>
            </a:r>
            <a:r>
              <a:rPr lang="en-US" baseline="0" dirty="0" err="1" smtClean="0"/>
              <a:t>nghiệp</a:t>
            </a:r>
            <a:r>
              <a:rPr lang="en-US" baseline="0" dirty="0" smtClean="0"/>
              <a:t> …………,</a:t>
            </a:r>
            <a:endParaRPr lang="en-US" dirty="0"/>
          </a:p>
        </p:txBody>
      </p:sp>
      <p:sp>
        <p:nvSpPr>
          <p:cNvPr id="4" name="Slide Number Placeholder 3"/>
          <p:cNvSpPr>
            <a:spLocks noGrp="1"/>
          </p:cNvSpPr>
          <p:nvPr>
            <p:ph type="sldNum" sz="quarter" idx="10"/>
          </p:nvPr>
        </p:nvSpPr>
        <p:spPr/>
        <p:txBody>
          <a:bodyPr/>
          <a:lstStyle/>
          <a:p>
            <a:fld id="{0A8C4EAE-1E45-4D3A-B37B-EFD47784976C}" type="slidenum">
              <a:rPr lang="en-US" smtClean="0"/>
              <a:t>1</a:t>
            </a:fld>
            <a:endParaRPr lang="en-US"/>
          </a:p>
        </p:txBody>
      </p:sp>
    </p:spTree>
    <p:extLst>
      <p:ext uri="{BB962C8B-B14F-4D97-AF65-F5344CB8AC3E}">
        <p14:creationId xmlns:p14="http://schemas.microsoft.com/office/powerpoint/2010/main" val="1950287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Về</a:t>
            </a:r>
            <a:r>
              <a:rPr lang="en-US" dirty="0" smtClean="0"/>
              <a:t> </a:t>
            </a:r>
            <a:r>
              <a:rPr lang="en-US" dirty="0" err="1" smtClean="0"/>
              <a:t>báo</a:t>
            </a:r>
            <a:r>
              <a:rPr lang="en-US" baseline="0" dirty="0" smtClean="0"/>
              <a:t> </a:t>
            </a:r>
            <a:r>
              <a:rPr lang="en-US" baseline="0" dirty="0" err="1" smtClean="0"/>
              <a:t>cáo</a:t>
            </a:r>
            <a:r>
              <a:rPr lang="en-US" baseline="0" dirty="0" smtClean="0"/>
              <a:t> </a:t>
            </a:r>
            <a:r>
              <a:rPr lang="en-US" baseline="0" dirty="0" err="1" smtClean="0"/>
              <a:t>này</a:t>
            </a:r>
            <a:r>
              <a:rPr lang="en-US" baseline="0" dirty="0" smtClean="0"/>
              <a:t> </a:t>
            </a:r>
            <a:r>
              <a:rPr lang="en-US" baseline="0" dirty="0" err="1" smtClean="0"/>
              <a:t>thì</a:t>
            </a:r>
            <a:r>
              <a:rPr lang="en-US" baseline="0" dirty="0" smtClean="0"/>
              <a:t> </a:t>
            </a:r>
            <a:r>
              <a:rPr lang="en-US" baseline="0" dirty="0" err="1" smtClean="0"/>
              <a:t>gồm</a:t>
            </a:r>
            <a:r>
              <a:rPr lang="en-US" baseline="0" dirty="0" smtClean="0"/>
              <a:t> </a:t>
            </a:r>
            <a:r>
              <a:rPr lang="en-US" baseline="0" dirty="0" err="1" smtClean="0"/>
              <a:t>có</a:t>
            </a:r>
            <a:r>
              <a:rPr lang="en-US" baseline="0" dirty="0" smtClean="0"/>
              <a:t> 5 </a:t>
            </a:r>
            <a:r>
              <a:rPr lang="en-US" baseline="0" dirty="0" err="1" smtClean="0"/>
              <a:t>phần</a:t>
            </a:r>
            <a:r>
              <a:rPr lang="en-US" baseline="0" dirty="0" smtClean="0"/>
              <a:t> </a:t>
            </a:r>
            <a:r>
              <a:rPr lang="en-US" baseline="0" dirty="0" err="1" smtClean="0"/>
              <a:t>đầu</a:t>
            </a:r>
            <a:r>
              <a:rPr lang="en-US" baseline="0" dirty="0" smtClean="0"/>
              <a:t> </a:t>
            </a:r>
            <a:r>
              <a:rPr lang="en-US" baseline="0" dirty="0" err="1" smtClean="0"/>
              <a:t>là</a:t>
            </a:r>
            <a:r>
              <a:rPr lang="en-US" baseline="0" dirty="0" smtClean="0"/>
              <a:t> </a:t>
            </a:r>
            <a:r>
              <a:rPr lang="en-US" baseline="0" dirty="0" err="1" smtClean="0"/>
              <a:t>tổng</a:t>
            </a:r>
            <a:r>
              <a:rPr lang="en-US" baseline="0" dirty="0" smtClean="0"/>
              <a:t> </a:t>
            </a:r>
            <a:r>
              <a:rPr lang="en-US" baseline="0" dirty="0" err="1" smtClean="0"/>
              <a:t>quan</a:t>
            </a:r>
            <a:r>
              <a:rPr lang="en-US" baseline="0" dirty="0" smtClean="0"/>
              <a:t>, 2 </a:t>
            </a:r>
            <a:r>
              <a:rPr lang="en-US" baseline="0" dirty="0" err="1" smtClean="0"/>
              <a:t>là</a:t>
            </a:r>
            <a:r>
              <a:rPr lang="en-US" baseline="0" dirty="0" smtClean="0"/>
              <a:t> </a:t>
            </a:r>
            <a:r>
              <a:rPr lang="en-US" baseline="0" dirty="0" err="1" smtClean="0"/>
              <a:t>cơ</a:t>
            </a:r>
            <a:r>
              <a:rPr lang="en-US" baseline="0" dirty="0" smtClean="0"/>
              <a:t> </a:t>
            </a:r>
            <a:r>
              <a:rPr lang="en-US" baseline="0" dirty="0" err="1" smtClean="0"/>
              <a:t>sở</a:t>
            </a:r>
            <a:r>
              <a:rPr lang="en-US" baseline="0" dirty="0" smtClean="0"/>
              <a:t> </a:t>
            </a:r>
            <a:r>
              <a:rPr lang="en-US" baseline="0" dirty="0" err="1" smtClean="0"/>
              <a:t>lý</a:t>
            </a:r>
            <a:r>
              <a:rPr lang="en-US" baseline="0" dirty="0" smtClean="0"/>
              <a:t> </a:t>
            </a:r>
            <a:r>
              <a:rPr lang="en-US" baseline="0" dirty="0" err="1" smtClean="0"/>
              <a:t>thuyết</a:t>
            </a:r>
            <a:r>
              <a:rPr lang="en-US" baseline="0" dirty="0" smtClean="0"/>
              <a:t>, 3 </a:t>
            </a:r>
            <a:r>
              <a:rPr lang="en-US" baseline="0" dirty="0" err="1" smtClean="0"/>
              <a:t>là</a:t>
            </a:r>
            <a:r>
              <a:rPr lang="en-US" baseline="0" dirty="0" smtClean="0"/>
              <a:t> </a:t>
            </a:r>
            <a:r>
              <a:rPr lang="en-US" baseline="0" dirty="0" err="1" smtClean="0"/>
              <a:t>thiết</a:t>
            </a:r>
            <a:r>
              <a:rPr lang="en-US" baseline="0" dirty="0" smtClean="0"/>
              <a:t> </a:t>
            </a:r>
            <a:r>
              <a:rPr lang="en-US" baseline="0" dirty="0" err="1" smtClean="0"/>
              <a:t>kế</a:t>
            </a:r>
            <a:r>
              <a:rPr lang="en-US" baseline="0" dirty="0" smtClean="0"/>
              <a:t> </a:t>
            </a:r>
            <a:r>
              <a:rPr lang="en-US" baseline="0" dirty="0" err="1" smtClean="0"/>
              <a:t>hệ</a:t>
            </a:r>
            <a:r>
              <a:rPr lang="en-US" baseline="0" dirty="0" smtClean="0"/>
              <a:t> </a:t>
            </a:r>
            <a:r>
              <a:rPr lang="en-US" baseline="0" dirty="0" err="1" smtClean="0"/>
              <a:t>thống</a:t>
            </a:r>
            <a:r>
              <a:rPr lang="en-US" baseline="0" dirty="0" smtClean="0"/>
              <a:t>, 4 </a:t>
            </a:r>
            <a:r>
              <a:rPr lang="en-US" baseline="0" dirty="0" err="1" smtClean="0"/>
              <a:t>kết</a:t>
            </a:r>
            <a:r>
              <a:rPr lang="en-US" baseline="0" dirty="0" smtClean="0"/>
              <a:t> </a:t>
            </a:r>
            <a:r>
              <a:rPr lang="en-US" baseline="0" dirty="0" err="1" smtClean="0"/>
              <a:t>quả</a:t>
            </a:r>
            <a:r>
              <a:rPr lang="en-US" baseline="0" dirty="0" smtClean="0"/>
              <a:t> , </a:t>
            </a:r>
            <a:r>
              <a:rPr lang="en-US" baseline="0" dirty="0" err="1" smtClean="0"/>
              <a:t>cuối</a:t>
            </a:r>
            <a:r>
              <a:rPr lang="en-US" baseline="0" dirty="0" smtClean="0"/>
              <a:t> </a:t>
            </a:r>
            <a:r>
              <a:rPr lang="en-US" baseline="0" dirty="0" err="1" smtClean="0"/>
              <a:t>cùng</a:t>
            </a:r>
            <a:r>
              <a:rPr lang="en-US" baseline="0" dirty="0" smtClean="0"/>
              <a:t> </a:t>
            </a:r>
            <a:r>
              <a:rPr lang="en-US" baseline="0" dirty="0" err="1" smtClean="0"/>
              <a:t>là</a:t>
            </a:r>
            <a:r>
              <a:rPr lang="en-US" baseline="0" dirty="0" smtClean="0"/>
              <a:t> </a:t>
            </a:r>
            <a:r>
              <a:rPr lang="en-US" baseline="0" dirty="0" err="1" smtClean="0"/>
              <a:t>hướng</a:t>
            </a:r>
            <a:r>
              <a:rPr lang="en-US" baseline="0" dirty="0" smtClean="0"/>
              <a:t> </a:t>
            </a:r>
            <a:r>
              <a:rPr lang="en-US" baseline="0" dirty="0" err="1" smtClean="0"/>
              <a:t>phát</a:t>
            </a:r>
            <a:r>
              <a:rPr lang="en-US" baseline="0" dirty="0" smtClean="0"/>
              <a:t> </a:t>
            </a:r>
            <a:r>
              <a:rPr lang="en-US" baseline="0" dirty="0" err="1" smtClean="0"/>
              <a:t>triển</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0A8C4EAE-1E45-4D3A-B37B-EFD47784976C}" type="slidenum">
              <a:rPr lang="en-US" smtClean="0"/>
              <a:t>2</a:t>
            </a:fld>
            <a:endParaRPr lang="en-US"/>
          </a:p>
        </p:txBody>
      </p:sp>
    </p:spTree>
    <p:extLst>
      <p:ext uri="{BB962C8B-B14F-4D97-AF65-F5344CB8AC3E}">
        <p14:creationId xmlns:p14="http://schemas.microsoft.com/office/powerpoint/2010/main" val="210801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8C4EAE-1E45-4D3A-B37B-EFD47784976C}" type="slidenum">
              <a:rPr lang="en-US" smtClean="0"/>
              <a:t>3</a:t>
            </a:fld>
            <a:endParaRPr lang="en-US"/>
          </a:p>
        </p:txBody>
      </p:sp>
    </p:spTree>
    <p:extLst>
      <p:ext uri="{BB962C8B-B14F-4D97-AF65-F5344CB8AC3E}">
        <p14:creationId xmlns:p14="http://schemas.microsoft.com/office/powerpoint/2010/main" val="1918337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Vào</a:t>
            </a:r>
            <a:r>
              <a:rPr lang="en-US" baseline="0" dirty="0" smtClean="0"/>
              <a:t> </a:t>
            </a:r>
            <a:r>
              <a:rPr lang="en-US" baseline="0" dirty="0" err="1" smtClean="0"/>
              <a:t>phần</a:t>
            </a:r>
            <a:r>
              <a:rPr lang="en-US" baseline="0" dirty="0" smtClean="0"/>
              <a:t> </a:t>
            </a:r>
            <a:r>
              <a:rPr lang="en-US" baseline="0" dirty="0" err="1" smtClean="0"/>
              <a:t>cơ</a:t>
            </a:r>
            <a:r>
              <a:rPr lang="en-US" baseline="0" dirty="0" smtClean="0"/>
              <a:t> </a:t>
            </a:r>
            <a:r>
              <a:rPr lang="en-US" baseline="0" dirty="0" err="1" smtClean="0"/>
              <a:t>sở</a:t>
            </a:r>
            <a:r>
              <a:rPr lang="en-US" baseline="0" dirty="0" smtClean="0"/>
              <a:t> </a:t>
            </a:r>
            <a:r>
              <a:rPr lang="en-US" baseline="0" dirty="0" err="1" smtClean="0"/>
              <a:t>lý</a:t>
            </a:r>
            <a:r>
              <a:rPr lang="en-US" baseline="0" dirty="0" smtClean="0"/>
              <a:t> </a:t>
            </a:r>
            <a:r>
              <a:rPr lang="en-US" baseline="0" dirty="0" err="1" smtClean="0"/>
              <a:t>thuyết</a:t>
            </a:r>
            <a:r>
              <a:rPr lang="en-US" baseline="0" dirty="0" smtClean="0"/>
              <a:t>, </a:t>
            </a:r>
            <a:r>
              <a:rPr lang="en-US" baseline="0" dirty="0" err="1" smtClean="0"/>
              <a:t>thì</a:t>
            </a:r>
            <a:r>
              <a:rPr lang="en-US" baseline="0" dirty="0" smtClean="0"/>
              <a:t> qui </a:t>
            </a:r>
            <a:r>
              <a:rPr lang="en-US" baseline="0" dirty="0" err="1" smtClean="0"/>
              <a:t>trình</a:t>
            </a:r>
            <a:r>
              <a:rPr lang="en-US" baseline="0" dirty="0" smtClean="0"/>
              <a:t> </a:t>
            </a:r>
            <a:r>
              <a:rPr lang="en-US" baseline="0" dirty="0" err="1" smtClean="0"/>
              <a:t>hàn</a:t>
            </a:r>
            <a:r>
              <a:rPr lang="en-US" baseline="0" dirty="0" smtClean="0"/>
              <a:t> </a:t>
            </a:r>
            <a:r>
              <a:rPr lang="en-US" baseline="0" dirty="0" err="1" smtClean="0"/>
              <a:t>lắp</a:t>
            </a:r>
            <a:r>
              <a:rPr lang="en-US" baseline="0" dirty="0" smtClean="0"/>
              <a:t> </a:t>
            </a:r>
            <a:r>
              <a:rPr lang="en-US" baseline="0" dirty="0" err="1" smtClean="0"/>
              <a:t>linh</a:t>
            </a:r>
            <a:r>
              <a:rPr lang="en-US" baseline="0" dirty="0" smtClean="0"/>
              <a:t> </a:t>
            </a:r>
            <a:r>
              <a:rPr lang="en-US" baseline="0" dirty="0" err="1" smtClean="0"/>
              <a:t>kiện</a:t>
            </a:r>
            <a:r>
              <a:rPr lang="en-US" baseline="0" dirty="0" smtClean="0"/>
              <a:t> hay </a:t>
            </a:r>
            <a:r>
              <a:rPr lang="en-US" baseline="0" dirty="0" err="1" smtClean="0"/>
              <a:t>còn</a:t>
            </a:r>
            <a:r>
              <a:rPr lang="en-US" baseline="0" dirty="0" smtClean="0"/>
              <a:t> </a:t>
            </a:r>
            <a:r>
              <a:rPr lang="en-US" baseline="0" dirty="0" err="1" smtClean="0"/>
              <a:t>còn</a:t>
            </a:r>
            <a:r>
              <a:rPr lang="en-US" baseline="0" dirty="0" smtClean="0"/>
              <a:t> </a:t>
            </a:r>
            <a:r>
              <a:rPr lang="en-US" baseline="0" dirty="0" err="1" smtClean="0"/>
              <a:t>được</a:t>
            </a:r>
            <a:r>
              <a:rPr lang="en-US" baseline="0" dirty="0" smtClean="0"/>
              <a:t> </a:t>
            </a:r>
            <a:r>
              <a:rPr lang="en-US" baseline="0" dirty="0" err="1" smtClean="0"/>
              <a:t>gọi</a:t>
            </a:r>
            <a:r>
              <a:rPr lang="en-US" baseline="0" dirty="0" smtClean="0"/>
              <a:t> </a:t>
            </a:r>
            <a:r>
              <a:rPr lang="en-US" baseline="0" dirty="0" err="1" smtClean="0"/>
              <a:t>tắt</a:t>
            </a:r>
            <a:r>
              <a:rPr lang="en-US" baseline="0" dirty="0" smtClean="0"/>
              <a:t> </a:t>
            </a:r>
            <a:r>
              <a:rPr lang="en-US" baseline="0" dirty="0" err="1" smtClean="0"/>
              <a:t>là</a:t>
            </a:r>
            <a:r>
              <a:rPr lang="en-US" baseline="0" dirty="0" smtClean="0"/>
              <a:t> PCBA </a:t>
            </a:r>
            <a:r>
              <a:rPr lang="en-US" baseline="0" dirty="0" err="1" smtClean="0"/>
              <a:t>là</a:t>
            </a:r>
            <a:r>
              <a:rPr lang="en-US" baseline="0" dirty="0" smtClean="0"/>
              <a:t> </a:t>
            </a:r>
            <a:r>
              <a:rPr lang="en-US" baseline="0" dirty="0" err="1" smtClean="0"/>
              <a:t>một</a:t>
            </a:r>
            <a:r>
              <a:rPr lang="en-US" baseline="0" dirty="0" smtClean="0"/>
              <a:t> qui </a:t>
            </a:r>
            <a:r>
              <a:rPr lang="en-US" baseline="0" dirty="0" err="1" smtClean="0"/>
              <a:t>trình</a:t>
            </a:r>
            <a:r>
              <a:rPr lang="en-US" baseline="0" dirty="0" smtClean="0"/>
              <a:t> </a:t>
            </a:r>
            <a:r>
              <a:rPr lang="en-US" baseline="0" dirty="0" err="1" smtClean="0"/>
              <a:t>công</a:t>
            </a:r>
            <a:r>
              <a:rPr lang="en-US" baseline="0" dirty="0" smtClean="0"/>
              <a:t> </a:t>
            </a:r>
            <a:r>
              <a:rPr lang="en-US" baseline="0" dirty="0" err="1" smtClean="0"/>
              <a:t>nghiệp</a:t>
            </a:r>
            <a:r>
              <a:rPr lang="en-US" baseline="0" dirty="0" smtClean="0"/>
              <a:t> </a:t>
            </a:r>
            <a:r>
              <a:rPr lang="en-US" baseline="0" dirty="0" err="1" smtClean="0"/>
              <a:t>khép</a:t>
            </a:r>
            <a:r>
              <a:rPr lang="en-US" baseline="0" dirty="0" smtClean="0"/>
              <a:t> </a:t>
            </a:r>
            <a:r>
              <a:rPr lang="en-US" baseline="0" dirty="0" err="1" smtClean="0"/>
              <a:t>kính</a:t>
            </a:r>
            <a:endParaRPr lang="en-US" baseline="0" dirty="0" smtClean="0"/>
          </a:p>
          <a:p>
            <a:r>
              <a:rPr lang="en-US" baseline="0" dirty="0" err="1" smtClean="0"/>
              <a:t>Chuyển</a:t>
            </a:r>
            <a:r>
              <a:rPr lang="en-US" baseline="0" dirty="0" smtClean="0"/>
              <a:t> </a:t>
            </a:r>
            <a:r>
              <a:rPr lang="en-US" baseline="0" dirty="0" err="1" smtClean="0"/>
              <a:t>hoá</a:t>
            </a:r>
            <a:r>
              <a:rPr lang="en-US" baseline="0" dirty="0" smtClean="0"/>
              <a:t> </a:t>
            </a:r>
            <a:r>
              <a:rPr lang="en-US" baseline="0" dirty="0" err="1" smtClean="0"/>
              <a:t>một</a:t>
            </a:r>
            <a:r>
              <a:rPr lang="en-US" baseline="0" dirty="0" smtClean="0"/>
              <a:t> </a:t>
            </a:r>
            <a:r>
              <a:rPr lang="en-US" baseline="0" dirty="0" err="1" smtClean="0"/>
              <a:t>tấm</a:t>
            </a:r>
            <a:r>
              <a:rPr lang="en-US" baseline="0" dirty="0" smtClean="0"/>
              <a:t> </a:t>
            </a:r>
            <a:r>
              <a:rPr lang="en-US" baseline="0" dirty="0" err="1" smtClean="0"/>
              <a:t>bảng</a:t>
            </a:r>
            <a:r>
              <a:rPr lang="en-US" baseline="0" dirty="0" smtClean="0"/>
              <a:t> </a:t>
            </a:r>
            <a:r>
              <a:rPr lang="en-US" baseline="0" dirty="0" err="1" smtClean="0"/>
              <a:t>mạch</a:t>
            </a:r>
            <a:r>
              <a:rPr lang="en-US" baseline="0" dirty="0" smtClean="0"/>
              <a:t> in </a:t>
            </a:r>
            <a:r>
              <a:rPr lang="en-US" baseline="0" dirty="0" err="1" smtClean="0"/>
              <a:t>trần</a:t>
            </a:r>
            <a:r>
              <a:rPr lang="en-US" baseline="0" dirty="0" smtClean="0"/>
              <a:t> </a:t>
            </a:r>
            <a:r>
              <a:rPr lang="en-US" baseline="0" dirty="0" err="1" smtClean="0"/>
              <a:t>thành</a:t>
            </a:r>
            <a:r>
              <a:rPr lang="en-US" baseline="0" dirty="0" smtClean="0"/>
              <a:t> </a:t>
            </a:r>
            <a:r>
              <a:rPr lang="en-US" baseline="0" dirty="0" err="1" smtClean="0"/>
              <a:t>một</a:t>
            </a:r>
            <a:r>
              <a:rPr lang="en-US" baseline="0" dirty="0" smtClean="0"/>
              <a:t> </a:t>
            </a:r>
            <a:r>
              <a:rPr lang="en-US" baseline="0" dirty="0" err="1" smtClean="0"/>
              <a:t>bo</a:t>
            </a:r>
            <a:r>
              <a:rPr lang="en-US" baseline="0" dirty="0" smtClean="0"/>
              <a:t> </a:t>
            </a:r>
            <a:r>
              <a:rPr lang="en-US" baseline="0" dirty="0" err="1" smtClean="0"/>
              <a:t>mạch</a:t>
            </a:r>
            <a:r>
              <a:rPr lang="en-US" baseline="0" dirty="0" smtClean="0"/>
              <a:t> </a:t>
            </a:r>
            <a:r>
              <a:rPr lang="en-US" baseline="0" dirty="0" err="1" smtClean="0"/>
              <a:t>điện</a:t>
            </a:r>
            <a:r>
              <a:rPr lang="en-US" baseline="0" dirty="0" smtClean="0"/>
              <a:t> </a:t>
            </a:r>
            <a:r>
              <a:rPr lang="en-US" baseline="0" dirty="0" err="1" smtClean="0"/>
              <a:t>tử</a:t>
            </a:r>
            <a:r>
              <a:rPr lang="en-US" baseline="0" dirty="0" smtClean="0"/>
              <a:t> </a:t>
            </a:r>
            <a:r>
              <a:rPr lang="en-US" baseline="0" dirty="0" err="1" smtClean="0"/>
              <a:t>hoàn</a:t>
            </a:r>
            <a:r>
              <a:rPr lang="en-US" baseline="0" dirty="0" smtClean="0"/>
              <a:t> </a:t>
            </a:r>
            <a:r>
              <a:rPr lang="en-US" baseline="0" dirty="0" err="1" smtClean="0"/>
              <a:t>chỉnh</a:t>
            </a:r>
            <a:r>
              <a:rPr lang="en-US" baseline="0" dirty="0" smtClean="0"/>
              <a:t>.</a:t>
            </a:r>
          </a:p>
          <a:p>
            <a:r>
              <a:rPr lang="en-US" baseline="0" dirty="0" err="1" smtClean="0"/>
              <a:t>Nó</a:t>
            </a:r>
            <a:r>
              <a:rPr lang="en-US" baseline="0" dirty="0" smtClean="0"/>
              <a:t> </a:t>
            </a:r>
            <a:r>
              <a:rPr lang="en-US" baseline="0" dirty="0" err="1" smtClean="0"/>
              <a:t>gồm</a:t>
            </a:r>
            <a:r>
              <a:rPr lang="en-US" baseline="0" dirty="0" smtClean="0"/>
              <a:t> 7 </a:t>
            </a:r>
            <a:r>
              <a:rPr lang="en-US" baseline="0" dirty="0" err="1" smtClean="0"/>
              <a:t>giai</a:t>
            </a:r>
            <a:r>
              <a:rPr lang="en-US" baseline="0" dirty="0" smtClean="0"/>
              <a:t> </a:t>
            </a:r>
            <a:r>
              <a:rPr lang="en-US" baseline="0" dirty="0" err="1" smtClean="0"/>
              <a:t>đoạn</a:t>
            </a:r>
            <a:r>
              <a:rPr lang="en-US" baseline="0" dirty="0" smtClean="0"/>
              <a:t> </a:t>
            </a:r>
            <a:r>
              <a:rPr lang="en-US" baseline="0" dirty="0" err="1" smtClean="0"/>
              <a:t>sau</a:t>
            </a:r>
            <a:r>
              <a:rPr lang="en-US" baseline="0" dirty="0" smtClean="0"/>
              <a:t>.</a:t>
            </a:r>
          </a:p>
          <a:p>
            <a:r>
              <a:rPr lang="en-US" baseline="0" dirty="0" err="1" smtClean="0"/>
              <a:t>Hình</a:t>
            </a:r>
            <a:r>
              <a:rPr lang="en-US" baseline="0" dirty="0" smtClean="0"/>
              <a:t> </a:t>
            </a:r>
            <a:r>
              <a:rPr lang="en-US" baseline="0" dirty="0" err="1" smtClean="0"/>
              <a:t>dưới</a:t>
            </a:r>
            <a:r>
              <a:rPr lang="en-US" baseline="0" dirty="0" smtClean="0"/>
              <a:t> </a:t>
            </a:r>
            <a:r>
              <a:rPr lang="en-US" baseline="0" dirty="0" err="1" smtClean="0"/>
              <a:t>là</a:t>
            </a:r>
            <a:r>
              <a:rPr lang="en-US" baseline="0" dirty="0" smtClean="0"/>
              <a:t> </a:t>
            </a:r>
            <a:r>
              <a:rPr lang="en-US" baseline="0" dirty="0" err="1" smtClean="0"/>
              <a:t>mô</a:t>
            </a:r>
            <a:r>
              <a:rPr lang="en-US" baseline="0" dirty="0" smtClean="0"/>
              <a:t> </a:t>
            </a:r>
            <a:r>
              <a:rPr lang="en-US" baseline="0" dirty="0" err="1" smtClean="0"/>
              <a:t>tả</a:t>
            </a:r>
            <a:r>
              <a:rPr lang="en-US" baseline="0" dirty="0" smtClean="0"/>
              <a:t> </a:t>
            </a:r>
            <a:r>
              <a:rPr lang="en-US" baseline="0" dirty="0" err="1" smtClean="0"/>
              <a:t>toàn</a:t>
            </a:r>
            <a:r>
              <a:rPr lang="en-US" baseline="0" dirty="0" smtClean="0"/>
              <a:t> </a:t>
            </a:r>
            <a:r>
              <a:rPr lang="en-US" baseline="0" dirty="0" err="1" smtClean="0"/>
              <a:t>bộ</a:t>
            </a:r>
            <a:r>
              <a:rPr lang="en-US" baseline="0" dirty="0" smtClean="0"/>
              <a:t> qui </a:t>
            </a:r>
            <a:r>
              <a:rPr lang="en-US" baseline="0" dirty="0" err="1" smtClean="0"/>
              <a:t>trình</a:t>
            </a:r>
            <a:r>
              <a:rPr lang="en-US" baseline="0" dirty="0" smtClean="0"/>
              <a:t> PCBA.</a:t>
            </a:r>
            <a:endParaRPr lang="en-US" dirty="0"/>
          </a:p>
        </p:txBody>
      </p:sp>
      <p:sp>
        <p:nvSpPr>
          <p:cNvPr id="4" name="Slide Number Placeholder 3"/>
          <p:cNvSpPr>
            <a:spLocks noGrp="1"/>
          </p:cNvSpPr>
          <p:nvPr>
            <p:ph type="sldNum" sz="quarter" idx="10"/>
          </p:nvPr>
        </p:nvSpPr>
        <p:spPr/>
        <p:txBody>
          <a:bodyPr/>
          <a:lstStyle/>
          <a:p>
            <a:fld id="{0A8C4EAE-1E45-4D3A-B37B-EFD47784976C}" type="slidenum">
              <a:rPr lang="en-US" smtClean="0"/>
              <a:t>4</a:t>
            </a:fld>
            <a:endParaRPr lang="en-US"/>
          </a:p>
        </p:txBody>
      </p:sp>
    </p:spTree>
    <p:extLst>
      <p:ext uri="{BB962C8B-B14F-4D97-AF65-F5344CB8AC3E}">
        <p14:creationId xmlns:p14="http://schemas.microsoft.com/office/powerpoint/2010/main" val="135742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Kiểm</a:t>
            </a:r>
            <a:r>
              <a:rPr lang="en-US" baseline="0" dirty="0" smtClean="0"/>
              <a:t> </a:t>
            </a:r>
            <a:r>
              <a:rPr lang="en-US" baseline="0" dirty="0" err="1" smtClean="0"/>
              <a:t>tra</a:t>
            </a:r>
            <a:r>
              <a:rPr lang="en-US" baseline="0" dirty="0" smtClean="0"/>
              <a:t> </a:t>
            </a:r>
            <a:r>
              <a:rPr lang="en-US" baseline="0" dirty="0" err="1" smtClean="0"/>
              <a:t>quan</a:t>
            </a:r>
            <a:r>
              <a:rPr lang="en-US" baseline="0" dirty="0" smtClean="0"/>
              <a:t> </a:t>
            </a:r>
            <a:r>
              <a:rPr lang="en-US" baseline="0" dirty="0" err="1" smtClean="0"/>
              <a:t>học</a:t>
            </a:r>
            <a:r>
              <a:rPr lang="en-US" baseline="0" dirty="0" smtClean="0"/>
              <a:t> </a:t>
            </a:r>
            <a:r>
              <a:rPr lang="en-US" baseline="0" dirty="0" err="1" smtClean="0"/>
              <a:t>tự</a:t>
            </a:r>
            <a:r>
              <a:rPr lang="en-US" baseline="0" dirty="0" smtClean="0"/>
              <a:t> </a:t>
            </a:r>
            <a:r>
              <a:rPr lang="en-US" baseline="0" dirty="0" err="1" smtClean="0"/>
              <a:t>động</a:t>
            </a:r>
            <a:r>
              <a:rPr lang="en-US" baseline="0" dirty="0" smtClean="0"/>
              <a:t> hay </a:t>
            </a:r>
            <a:r>
              <a:rPr lang="en-US" baseline="0" dirty="0" err="1" smtClean="0"/>
              <a:t>còn</a:t>
            </a:r>
            <a:r>
              <a:rPr lang="en-US" baseline="0" dirty="0" smtClean="0"/>
              <a:t> </a:t>
            </a:r>
            <a:r>
              <a:rPr lang="en-US" baseline="0" dirty="0" err="1" smtClean="0"/>
              <a:t>gọi</a:t>
            </a:r>
            <a:r>
              <a:rPr lang="en-US" baseline="0" dirty="0" smtClean="0"/>
              <a:t> </a:t>
            </a:r>
            <a:r>
              <a:rPr lang="en-US" baseline="0" dirty="0" err="1" smtClean="0"/>
              <a:t>là</a:t>
            </a:r>
            <a:r>
              <a:rPr lang="en-US" baseline="0" dirty="0" smtClean="0"/>
              <a:t> AOI</a:t>
            </a:r>
          </a:p>
          <a:p>
            <a:r>
              <a:rPr lang="en-US" baseline="0" dirty="0" err="1" smtClean="0"/>
              <a:t>Là</a:t>
            </a:r>
            <a:r>
              <a:rPr lang="en-US" baseline="0" dirty="0" smtClean="0"/>
              <a:t> </a:t>
            </a:r>
            <a:r>
              <a:rPr lang="en-US" baseline="0" dirty="0" err="1" smtClean="0"/>
              <a:t>kiểm</a:t>
            </a:r>
            <a:r>
              <a:rPr lang="en-US" baseline="0" dirty="0" smtClean="0"/>
              <a:t> </a:t>
            </a:r>
            <a:r>
              <a:rPr lang="en-US" baseline="0" dirty="0" err="1" smtClean="0"/>
              <a:t>tra</a:t>
            </a:r>
            <a:r>
              <a:rPr lang="en-US" baseline="0" dirty="0" smtClean="0"/>
              <a:t> </a:t>
            </a:r>
            <a:r>
              <a:rPr lang="en-US" baseline="0" dirty="0" err="1" smtClean="0"/>
              <a:t>không</a:t>
            </a:r>
            <a:r>
              <a:rPr lang="en-US" baseline="0" dirty="0" smtClean="0"/>
              <a:t> </a:t>
            </a:r>
            <a:r>
              <a:rPr lang="en-US" baseline="0" dirty="0" err="1" smtClean="0"/>
              <a:t>tiếp</a:t>
            </a:r>
            <a:r>
              <a:rPr lang="en-US" baseline="0" dirty="0" smtClean="0"/>
              <a:t> </a:t>
            </a:r>
            <a:r>
              <a:rPr lang="en-US" baseline="0" dirty="0" err="1" smtClean="0"/>
              <a:t>xúc</a:t>
            </a:r>
            <a:r>
              <a:rPr lang="en-US" baseline="0" dirty="0" smtClean="0"/>
              <a:t> </a:t>
            </a:r>
            <a:r>
              <a:rPr lang="en-US" baseline="0" dirty="0" err="1" smtClean="0"/>
              <a:t>bằng</a:t>
            </a:r>
            <a:r>
              <a:rPr lang="en-US" baseline="0" dirty="0" smtClean="0"/>
              <a:t> </a:t>
            </a:r>
            <a:r>
              <a:rPr lang="en-US" baseline="0" dirty="0" err="1" smtClean="0"/>
              <a:t>thị</a:t>
            </a:r>
            <a:r>
              <a:rPr lang="en-US" baseline="0" dirty="0" smtClean="0"/>
              <a:t> </a:t>
            </a:r>
            <a:r>
              <a:rPr lang="en-US" baseline="0" dirty="0" err="1" smtClean="0"/>
              <a:t>giác</a:t>
            </a:r>
            <a:r>
              <a:rPr lang="en-US" baseline="0" dirty="0" smtClean="0"/>
              <a:t> </a:t>
            </a:r>
            <a:r>
              <a:rPr lang="en-US" baseline="0" dirty="0" err="1" smtClean="0"/>
              <a:t>máy</a:t>
            </a:r>
            <a:r>
              <a:rPr lang="en-US" baseline="0" dirty="0" smtClean="0"/>
              <a:t> </a:t>
            </a:r>
            <a:r>
              <a:rPr lang="en-US" baseline="0" dirty="0" err="1" smtClean="0"/>
              <a:t>tính</a:t>
            </a:r>
            <a:endParaRPr lang="en-US" baseline="0" dirty="0" smtClean="0"/>
          </a:p>
          <a:p>
            <a:r>
              <a:rPr lang="en-US" baseline="0" dirty="0" err="1" smtClean="0"/>
              <a:t>Giúp</a:t>
            </a:r>
            <a:r>
              <a:rPr lang="en-US" baseline="0" dirty="0" smtClean="0"/>
              <a:t> </a:t>
            </a:r>
            <a:r>
              <a:rPr lang="en-US" baseline="0" dirty="0" err="1" smtClean="0"/>
              <a:t>tắt</a:t>
            </a:r>
            <a:r>
              <a:rPr lang="en-US" baseline="0" dirty="0" smtClean="0"/>
              <a:t> </a:t>
            </a:r>
            <a:r>
              <a:rPr lang="en-US" baseline="0" dirty="0" err="1" smtClean="0"/>
              <a:t>tốc</a:t>
            </a:r>
            <a:r>
              <a:rPr lang="en-US" baseline="0" dirty="0" smtClean="0"/>
              <a:t> </a:t>
            </a:r>
            <a:r>
              <a:rPr lang="en-US" baseline="0" dirty="0" err="1" smtClean="0"/>
              <a:t>độ</a:t>
            </a:r>
            <a:r>
              <a:rPr lang="en-US" baseline="0" dirty="0" smtClean="0"/>
              <a:t>, </a:t>
            </a:r>
            <a:r>
              <a:rPr lang="en-US" baseline="0" dirty="0" err="1" smtClean="0"/>
              <a:t>và</a:t>
            </a:r>
            <a:r>
              <a:rPr lang="en-US" baseline="0" dirty="0" smtClean="0"/>
              <a:t> </a:t>
            </a:r>
            <a:r>
              <a:rPr lang="en-US" baseline="0" dirty="0" err="1" smtClean="0"/>
              <a:t>khả</a:t>
            </a:r>
            <a:r>
              <a:rPr lang="en-US" baseline="0" dirty="0" smtClean="0"/>
              <a:t> </a:t>
            </a:r>
            <a:r>
              <a:rPr lang="en-US" baseline="0" dirty="0" err="1" smtClean="0"/>
              <a:t>năng</a:t>
            </a:r>
            <a:r>
              <a:rPr lang="en-US" baseline="0" dirty="0" smtClean="0"/>
              <a:t> </a:t>
            </a:r>
            <a:r>
              <a:rPr lang="en-US" baseline="0" dirty="0" err="1" smtClean="0"/>
              <a:t>vận</a:t>
            </a:r>
            <a:r>
              <a:rPr lang="en-US" baseline="0" dirty="0" smtClean="0"/>
              <a:t> </a:t>
            </a:r>
            <a:r>
              <a:rPr lang="en-US" baseline="0" dirty="0" err="1" smtClean="0"/>
              <a:t>hành</a:t>
            </a:r>
            <a:r>
              <a:rPr lang="en-US" baseline="0" dirty="0" smtClean="0"/>
              <a:t> </a:t>
            </a:r>
            <a:r>
              <a:rPr lang="en-US" baseline="0" dirty="0" err="1" smtClean="0"/>
              <a:t>liện</a:t>
            </a:r>
            <a:r>
              <a:rPr lang="en-US" baseline="0" dirty="0" smtClean="0"/>
              <a:t> </a:t>
            </a:r>
            <a:r>
              <a:rPr lang="en-US" baseline="0" dirty="0" err="1" smtClean="0"/>
              <a:t>tục</a:t>
            </a:r>
            <a:endParaRPr lang="en-US" baseline="0" dirty="0" smtClean="0"/>
          </a:p>
          <a:p>
            <a:r>
              <a:rPr lang="en-US" baseline="0" dirty="0" err="1" smtClean="0"/>
              <a:t>Kế</a:t>
            </a:r>
            <a:r>
              <a:rPr lang="en-US" baseline="0" dirty="0" smtClean="0"/>
              <a:t> </a:t>
            </a:r>
            <a:r>
              <a:rPr lang="en-US" baseline="0" dirty="0" err="1" smtClean="0"/>
              <a:t>bên</a:t>
            </a:r>
            <a:r>
              <a:rPr lang="en-US" baseline="0" dirty="0" smtClean="0"/>
              <a:t> </a:t>
            </a:r>
            <a:r>
              <a:rPr lang="en-US" baseline="0" dirty="0" err="1" smtClean="0"/>
              <a:t>là</a:t>
            </a:r>
            <a:r>
              <a:rPr lang="en-US" baseline="0" dirty="0" smtClean="0"/>
              <a:t> </a:t>
            </a:r>
            <a:r>
              <a:rPr lang="en-US" baseline="0" dirty="0" err="1" smtClean="0"/>
              <a:t>máy</a:t>
            </a:r>
            <a:r>
              <a:rPr lang="en-US" baseline="0" dirty="0" smtClean="0"/>
              <a:t> AOI </a:t>
            </a:r>
            <a:r>
              <a:rPr lang="en-US" baseline="0" dirty="0" err="1" smtClean="0"/>
              <a:t>trong</a:t>
            </a:r>
            <a:r>
              <a:rPr lang="en-US" baseline="0" dirty="0" smtClean="0"/>
              <a:t> </a:t>
            </a:r>
            <a:r>
              <a:rPr lang="en-US" baseline="0" dirty="0" err="1" smtClean="0"/>
              <a:t>công</a:t>
            </a:r>
            <a:r>
              <a:rPr lang="en-US" baseline="0" dirty="0" smtClean="0"/>
              <a:t> </a:t>
            </a:r>
            <a:r>
              <a:rPr lang="en-US" baseline="0" dirty="0" err="1" smtClean="0"/>
              <a:t>nghiệp</a:t>
            </a:r>
            <a:r>
              <a:rPr lang="en-US" baseline="0" dirty="0" smtClean="0"/>
              <a:t>.</a:t>
            </a:r>
          </a:p>
          <a:p>
            <a:r>
              <a:rPr lang="en-US" baseline="0" dirty="0" err="1" smtClean="0"/>
              <a:t>Và</a:t>
            </a:r>
            <a:r>
              <a:rPr lang="en-US" baseline="0" dirty="0" smtClean="0"/>
              <a:t> </a:t>
            </a:r>
            <a:r>
              <a:rPr lang="en-US" baseline="0" dirty="0" err="1" smtClean="0"/>
              <a:t>hình</a:t>
            </a:r>
            <a:r>
              <a:rPr lang="en-US" baseline="0" dirty="0" smtClean="0"/>
              <a:t> </a:t>
            </a:r>
            <a:r>
              <a:rPr lang="en-US" baseline="0" dirty="0" err="1" smtClean="0"/>
              <a:t>dưới</a:t>
            </a:r>
            <a:r>
              <a:rPr lang="en-US" baseline="0" dirty="0" smtClean="0"/>
              <a:t> </a:t>
            </a:r>
            <a:r>
              <a:rPr lang="en-US" baseline="0" dirty="0" err="1" smtClean="0"/>
              <a:t>là</a:t>
            </a:r>
            <a:r>
              <a:rPr lang="en-US" baseline="0" dirty="0" smtClean="0"/>
              <a:t> </a:t>
            </a:r>
            <a:r>
              <a:rPr lang="en-US" baseline="0" dirty="0" err="1" smtClean="0"/>
              <a:t>bên</a:t>
            </a:r>
            <a:r>
              <a:rPr lang="en-US" baseline="0" dirty="0" smtClean="0"/>
              <a:t> </a:t>
            </a:r>
            <a:r>
              <a:rPr lang="en-US" baseline="0" dirty="0" err="1" smtClean="0"/>
              <a:t>trong</a:t>
            </a:r>
            <a:r>
              <a:rPr lang="en-US" baseline="0" dirty="0" smtClean="0"/>
              <a:t> </a:t>
            </a:r>
            <a:r>
              <a:rPr lang="en-US" baseline="0" dirty="0" err="1" smtClean="0"/>
              <a:t>nó</a:t>
            </a:r>
            <a:endParaRPr lang="en-US" baseline="0" dirty="0" smtClean="0"/>
          </a:p>
        </p:txBody>
      </p:sp>
      <p:sp>
        <p:nvSpPr>
          <p:cNvPr id="4" name="Slide Number Placeholder 3"/>
          <p:cNvSpPr>
            <a:spLocks noGrp="1"/>
          </p:cNvSpPr>
          <p:nvPr>
            <p:ph type="sldNum" sz="quarter" idx="10"/>
          </p:nvPr>
        </p:nvSpPr>
        <p:spPr/>
        <p:txBody>
          <a:bodyPr/>
          <a:lstStyle/>
          <a:p>
            <a:fld id="{0A8C4EAE-1E45-4D3A-B37B-EFD47784976C}" type="slidenum">
              <a:rPr lang="en-US" smtClean="0"/>
              <a:t>5</a:t>
            </a:fld>
            <a:endParaRPr lang="en-US"/>
          </a:p>
        </p:txBody>
      </p:sp>
    </p:spTree>
    <p:extLst>
      <p:ext uri="{BB962C8B-B14F-4D97-AF65-F5344CB8AC3E}">
        <p14:creationId xmlns:p14="http://schemas.microsoft.com/office/powerpoint/2010/main" val="2583617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Sau</a:t>
            </a:r>
            <a:r>
              <a:rPr lang="en-US" dirty="0" smtClean="0"/>
              <a:t> </a:t>
            </a:r>
            <a:r>
              <a:rPr lang="en-US" dirty="0" err="1" smtClean="0"/>
              <a:t>khi</a:t>
            </a:r>
            <a:r>
              <a:rPr lang="en-US" dirty="0" smtClean="0"/>
              <a:t> </a:t>
            </a:r>
            <a:r>
              <a:rPr lang="en-US" dirty="0" err="1" smtClean="0"/>
              <a:t>tìm</a:t>
            </a:r>
            <a:r>
              <a:rPr lang="en-US" baseline="0" dirty="0" smtClean="0"/>
              <a:t> </a:t>
            </a:r>
            <a:r>
              <a:rPr lang="en-US" baseline="0" dirty="0" err="1" smtClean="0"/>
              <a:t>hiểu</a:t>
            </a:r>
            <a:r>
              <a:rPr lang="en-US" baseline="0" dirty="0" smtClean="0"/>
              <a:t> </a:t>
            </a:r>
            <a:r>
              <a:rPr lang="en-US" baseline="0" dirty="0" err="1" smtClean="0"/>
              <a:t>thì</a:t>
            </a:r>
            <a:r>
              <a:rPr lang="en-US" baseline="0" dirty="0" smtClean="0"/>
              <a:t> </a:t>
            </a:r>
            <a:r>
              <a:rPr lang="en-US" baseline="0" dirty="0" err="1" smtClean="0"/>
              <a:t>em</a:t>
            </a:r>
            <a:r>
              <a:rPr lang="en-US" baseline="0" dirty="0" smtClean="0"/>
              <a:t> </a:t>
            </a:r>
            <a:r>
              <a:rPr lang="en-US" baseline="0" dirty="0" err="1" smtClean="0"/>
              <a:t>rút</a:t>
            </a:r>
            <a:r>
              <a:rPr lang="en-US" baseline="0" dirty="0" smtClean="0"/>
              <a:t> </a:t>
            </a:r>
            <a:r>
              <a:rPr lang="en-US" baseline="0" dirty="0" err="1" smtClean="0"/>
              <a:t>ra</a:t>
            </a:r>
            <a:r>
              <a:rPr lang="en-US" baseline="0" dirty="0" smtClean="0"/>
              <a:t> </a:t>
            </a:r>
            <a:r>
              <a:rPr lang="en-US" baseline="0" dirty="0" err="1" smtClean="0"/>
              <a:t>được</a:t>
            </a:r>
            <a:r>
              <a:rPr lang="en-US" baseline="0" dirty="0" smtClean="0"/>
              <a:t> </a:t>
            </a:r>
            <a:r>
              <a:rPr lang="en-US" baseline="0" dirty="0" err="1" smtClean="0"/>
              <a:t>hệ</a:t>
            </a:r>
            <a:r>
              <a:rPr lang="en-US" baseline="0" dirty="0" smtClean="0"/>
              <a:t> </a:t>
            </a:r>
            <a:r>
              <a:rPr lang="en-US" baseline="0" dirty="0" err="1" smtClean="0"/>
              <a:t>thống</a:t>
            </a:r>
            <a:r>
              <a:rPr lang="en-US" baseline="0" dirty="0" smtClean="0"/>
              <a:t> AOI </a:t>
            </a:r>
            <a:r>
              <a:rPr lang="en-US" baseline="0" dirty="0" err="1" smtClean="0"/>
              <a:t>cơ</a:t>
            </a:r>
            <a:r>
              <a:rPr lang="en-US" baseline="0" dirty="0" smtClean="0"/>
              <a:t> </a:t>
            </a:r>
            <a:r>
              <a:rPr lang="en-US" baseline="0" dirty="0" err="1" smtClean="0"/>
              <a:t>bản</a:t>
            </a:r>
            <a:r>
              <a:rPr lang="en-US" baseline="0" dirty="0" smtClean="0"/>
              <a:t> </a:t>
            </a:r>
            <a:r>
              <a:rPr lang="en-US" baseline="0" dirty="0" err="1" smtClean="0"/>
              <a:t>theo</a:t>
            </a:r>
            <a:r>
              <a:rPr lang="en-US" baseline="0" dirty="0" smtClean="0"/>
              <a:t> </a:t>
            </a:r>
            <a:r>
              <a:rPr lang="en-US" baseline="0" dirty="0" err="1" smtClean="0"/>
              <a:t>sơ</a:t>
            </a:r>
            <a:r>
              <a:rPr lang="en-US" baseline="0" dirty="0" smtClean="0"/>
              <a:t> </a:t>
            </a:r>
            <a:r>
              <a:rPr lang="en-US" baseline="0" dirty="0" err="1" smtClean="0"/>
              <a:t>đồ</a:t>
            </a:r>
            <a:r>
              <a:rPr lang="en-US" baseline="0" dirty="0" smtClean="0"/>
              <a:t> </a:t>
            </a:r>
            <a:r>
              <a:rPr lang="en-US" baseline="0" dirty="0" err="1" smtClean="0"/>
              <a:t>hình</a:t>
            </a:r>
            <a:r>
              <a:rPr lang="en-US" baseline="0" dirty="0" smtClean="0"/>
              <a:t> </a:t>
            </a:r>
            <a:r>
              <a:rPr lang="en-US" baseline="0" dirty="0" err="1" smtClean="0"/>
              <a:t>sau</a:t>
            </a:r>
            <a:r>
              <a:rPr lang="en-US" baseline="0" dirty="0" smtClean="0"/>
              <a:t>. ( </a:t>
            </a:r>
            <a:r>
              <a:rPr lang="en-US" baseline="0" dirty="0" err="1" smtClean="0"/>
              <a:t>mô</a:t>
            </a:r>
            <a:r>
              <a:rPr lang="en-US" baseline="0" dirty="0" smtClean="0"/>
              <a:t> </a:t>
            </a:r>
            <a:r>
              <a:rPr lang="en-US" baseline="0" dirty="0" err="1" smtClean="0"/>
              <a:t>tả</a:t>
            </a:r>
            <a:r>
              <a:rPr lang="en-US" baseline="0" dirty="0" smtClean="0"/>
              <a:t> </a:t>
            </a:r>
            <a:r>
              <a:rPr lang="en-US" baseline="0" dirty="0" err="1" smtClean="0"/>
              <a:t>hình</a:t>
            </a:r>
            <a:r>
              <a:rPr lang="en-US" baseline="0" dirty="0" smtClean="0"/>
              <a:t>).</a:t>
            </a:r>
          </a:p>
          <a:p>
            <a:r>
              <a:rPr lang="en-US" baseline="0" dirty="0" err="1" smtClean="0"/>
              <a:t>Thì</a:t>
            </a:r>
            <a:r>
              <a:rPr lang="en-US" baseline="0" dirty="0" smtClean="0"/>
              <a:t> </a:t>
            </a:r>
            <a:r>
              <a:rPr lang="en-US" baseline="0" dirty="0" err="1" smtClean="0"/>
              <a:t>nó</a:t>
            </a:r>
            <a:r>
              <a:rPr lang="en-US" baseline="0" dirty="0" smtClean="0"/>
              <a:t> </a:t>
            </a:r>
            <a:r>
              <a:rPr lang="en-US" baseline="0" dirty="0" err="1" smtClean="0"/>
              <a:t>gồm</a:t>
            </a:r>
            <a:r>
              <a:rPr lang="en-US" baseline="0" dirty="0" smtClean="0"/>
              <a:t> 3 </a:t>
            </a:r>
            <a:r>
              <a:rPr lang="en-US" baseline="0" dirty="0" err="1" smtClean="0"/>
              <a:t>phần</a:t>
            </a:r>
            <a:r>
              <a:rPr lang="en-US" baseline="0" dirty="0" smtClean="0"/>
              <a:t> </a:t>
            </a:r>
            <a:r>
              <a:rPr lang="en-US" baseline="0" dirty="0" err="1" smtClean="0"/>
              <a:t>chính</a:t>
            </a:r>
            <a:r>
              <a:rPr lang="en-US" baseline="0" dirty="0" smtClean="0"/>
              <a:t> </a:t>
            </a:r>
            <a:r>
              <a:rPr lang="en-US" baseline="0" dirty="0" err="1" smtClean="0"/>
              <a:t>không</a:t>
            </a:r>
            <a:r>
              <a:rPr lang="en-US" baseline="0" dirty="0" smtClean="0"/>
              <a:t> </a:t>
            </a:r>
            <a:r>
              <a:rPr lang="en-US" baseline="0" dirty="0" err="1" smtClean="0"/>
              <a:t>thể</a:t>
            </a:r>
            <a:r>
              <a:rPr lang="en-US" baseline="0" dirty="0" smtClean="0"/>
              <a:t> </a:t>
            </a:r>
            <a:r>
              <a:rPr lang="en-US" baseline="0" dirty="0" err="1" smtClean="0"/>
              <a:t>thiếu</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0A8C4EAE-1E45-4D3A-B37B-EFD47784976C}" type="slidenum">
              <a:rPr lang="en-US" smtClean="0"/>
              <a:t>6</a:t>
            </a:fld>
            <a:endParaRPr lang="en-US"/>
          </a:p>
        </p:txBody>
      </p:sp>
    </p:spTree>
    <p:extLst>
      <p:ext uri="{BB962C8B-B14F-4D97-AF65-F5344CB8AC3E}">
        <p14:creationId xmlns:p14="http://schemas.microsoft.com/office/powerpoint/2010/main" val="15183082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Đến</a:t>
            </a:r>
            <a:r>
              <a:rPr lang="en-US" baseline="0" dirty="0" smtClean="0"/>
              <a:t> </a:t>
            </a:r>
            <a:r>
              <a:rPr lang="en-US" baseline="0" dirty="0" err="1" smtClean="0"/>
              <a:t>phần</a:t>
            </a:r>
            <a:r>
              <a:rPr lang="en-US" baseline="0" dirty="0" smtClean="0"/>
              <a:t> </a:t>
            </a:r>
            <a:r>
              <a:rPr lang="en-US" baseline="0" dirty="0" err="1" smtClean="0"/>
              <a:t>thiết</a:t>
            </a:r>
            <a:r>
              <a:rPr lang="en-US" baseline="0" dirty="0" smtClean="0"/>
              <a:t> </a:t>
            </a:r>
            <a:r>
              <a:rPr lang="en-US" baseline="0" dirty="0" err="1" smtClean="0"/>
              <a:t>kế</a:t>
            </a:r>
            <a:r>
              <a:rPr lang="en-US" baseline="0" dirty="0" smtClean="0"/>
              <a:t> </a:t>
            </a:r>
            <a:r>
              <a:rPr lang="en-US" baseline="0" dirty="0" err="1" smtClean="0"/>
              <a:t>hệ</a:t>
            </a:r>
            <a:r>
              <a:rPr lang="en-US" baseline="0" dirty="0" smtClean="0"/>
              <a:t> </a:t>
            </a:r>
            <a:r>
              <a:rPr lang="en-US" baseline="0" dirty="0" err="1" smtClean="0"/>
              <a:t>thống</a:t>
            </a:r>
            <a:r>
              <a:rPr lang="en-US" baseline="0" dirty="0" smtClean="0"/>
              <a:t>:</a:t>
            </a:r>
          </a:p>
          <a:p>
            <a:r>
              <a:rPr lang="en-US" dirty="0" err="1" smtClean="0"/>
              <a:t>Thì</a:t>
            </a:r>
            <a:r>
              <a:rPr lang="en-US" baseline="0" dirty="0" smtClean="0"/>
              <a:t> </a:t>
            </a:r>
            <a:r>
              <a:rPr lang="en-US" baseline="0" dirty="0" err="1" smtClean="0"/>
              <a:t>em</a:t>
            </a:r>
            <a:r>
              <a:rPr lang="en-US" baseline="0" dirty="0" smtClean="0"/>
              <a:t> </a:t>
            </a:r>
            <a:r>
              <a:rPr lang="en-US" baseline="0" dirty="0" err="1" smtClean="0"/>
              <a:t>thiết</a:t>
            </a:r>
            <a:r>
              <a:rPr lang="en-US" baseline="0" dirty="0" smtClean="0"/>
              <a:t> </a:t>
            </a:r>
            <a:r>
              <a:rPr lang="en-US" baseline="0" dirty="0" err="1" smtClean="0"/>
              <a:t>kế</a:t>
            </a:r>
            <a:r>
              <a:rPr lang="en-US" baseline="0" dirty="0" smtClean="0"/>
              <a:t> </a:t>
            </a:r>
            <a:r>
              <a:rPr lang="en-US" baseline="0" dirty="0" err="1" smtClean="0"/>
              <a:t>hệ</a:t>
            </a:r>
            <a:r>
              <a:rPr lang="en-US" baseline="0" dirty="0" smtClean="0"/>
              <a:t> </a:t>
            </a:r>
            <a:r>
              <a:rPr lang="en-US" baseline="0" dirty="0" err="1" smtClean="0"/>
              <a:t>thống</a:t>
            </a:r>
            <a:r>
              <a:rPr lang="en-US" baseline="0" dirty="0" smtClean="0"/>
              <a:t> </a:t>
            </a:r>
            <a:r>
              <a:rPr lang="en-US" baseline="0" dirty="0" err="1" smtClean="0"/>
              <a:t>tổng</a:t>
            </a:r>
            <a:r>
              <a:rPr lang="en-US" baseline="0" dirty="0" smtClean="0"/>
              <a:t> </a:t>
            </a:r>
            <a:r>
              <a:rPr lang="en-US" baseline="0" dirty="0" err="1" smtClean="0"/>
              <a:t>quát</a:t>
            </a:r>
            <a:r>
              <a:rPr lang="en-US" baseline="0" dirty="0" smtClean="0"/>
              <a:t>, </a:t>
            </a:r>
            <a:r>
              <a:rPr lang="en-US" baseline="0" dirty="0" err="1" smtClean="0"/>
              <a:t>bao</a:t>
            </a:r>
            <a:r>
              <a:rPr lang="en-US" baseline="0" dirty="0" smtClean="0"/>
              <a:t> </a:t>
            </a:r>
            <a:r>
              <a:rPr lang="en-US" baseline="0" dirty="0" err="1" smtClean="0"/>
              <a:t>gồm</a:t>
            </a:r>
            <a:r>
              <a:rPr lang="en-US" baseline="0" dirty="0" smtClean="0"/>
              <a:t> </a:t>
            </a:r>
            <a:endParaRPr lang="en-US" dirty="0"/>
          </a:p>
        </p:txBody>
      </p:sp>
      <p:sp>
        <p:nvSpPr>
          <p:cNvPr id="4" name="Slide Number Placeholder 3"/>
          <p:cNvSpPr>
            <a:spLocks noGrp="1"/>
          </p:cNvSpPr>
          <p:nvPr>
            <p:ph type="sldNum" sz="quarter" idx="10"/>
          </p:nvPr>
        </p:nvSpPr>
        <p:spPr/>
        <p:txBody>
          <a:bodyPr/>
          <a:lstStyle/>
          <a:p>
            <a:fld id="{0A8C4EAE-1E45-4D3A-B37B-EFD47784976C}" type="slidenum">
              <a:rPr lang="en-US" smtClean="0"/>
              <a:t>7</a:t>
            </a:fld>
            <a:endParaRPr lang="en-US"/>
          </a:p>
        </p:txBody>
      </p:sp>
    </p:spTree>
    <p:extLst>
      <p:ext uri="{BB962C8B-B14F-4D97-AF65-F5344CB8AC3E}">
        <p14:creationId xmlns:p14="http://schemas.microsoft.com/office/powerpoint/2010/main" val="2432461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sau</a:t>
            </a:r>
            <a:r>
              <a:rPr lang="en-US" baseline="0" dirty="0" smtClean="0"/>
              <a:t> </a:t>
            </a:r>
            <a:r>
              <a:rPr lang="en-US" baseline="0" dirty="0" err="1" smtClean="0"/>
              <a:t>phần</a:t>
            </a:r>
            <a:r>
              <a:rPr lang="en-US" baseline="0" dirty="0" smtClean="0"/>
              <a:t> </a:t>
            </a:r>
            <a:r>
              <a:rPr lang="en-US" baseline="0" dirty="0" err="1" smtClean="0"/>
              <a:t>tổng</a:t>
            </a:r>
            <a:r>
              <a:rPr lang="en-US" baseline="0" dirty="0" smtClean="0"/>
              <a:t> </a:t>
            </a:r>
            <a:r>
              <a:rPr lang="en-US" baseline="0" dirty="0" err="1" smtClean="0"/>
              <a:t>quang</a:t>
            </a:r>
            <a:r>
              <a:rPr lang="en-US" baseline="0" dirty="0" smtClean="0"/>
              <a:t> </a:t>
            </a:r>
            <a:r>
              <a:rPr lang="en-US" baseline="0" dirty="0" err="1" smtClean="0"/>
              <a:t>bắt</a:t>
            </a:r>
            <a:r>
              <a:rPr lang="en-US" baseline="0" dirty="0" smtClean="0"/>
              <a:t> </a:t>
            </a:r>
            <a:r>
              <a:rPr lang="en-US" baseline="0" dirty="0" err="1" smtClean="0"/>
              <a:t>đầu</a:t>
            </a:r>
            <a:r>
              <a:rPr lang="en-US" baseline="0" dirty="0" smtClean="0"/>
              <a:t> </a:t>
            </a:r>
            <a:r>
              <a:rPr lang="en-US" baseline="0" dirty="0" err="1" smtClean="0"/>
              <a:t>thiết</a:t>
            </a:r>
            <a:r>
              <a:rPr lang="en-US" baseline="0" dirty="0" smtClean="0"/>
              <a:t> </a:t>
            </a:r>
            <a:r>
              <a:rPr lang="en-US" baseline="0" dirty="0" err="1" smtClean="0"/>
              <a:t>kế</a:t>
            </a:r>
            <a:r>
              <a:rPr lang="en-US" baseline="0" dirty="0" smtClean="0"/>
              <a:t> </a:t>
            </a:r>
            <a:r>
              <a:rPr lang="en-US" baseline="0" dirty="0" err="1" smtClean="0"/>
              <a:t>hệ</a:t>
            </a:r>
            <a:r>
              <a:rPr lang="en-US" baseline="0" dirty="0" smtClean="0"/>
              <a:t> </a:t>
            </a:r>
            <a:r>
              <a:rPr lang="en-US" baseline="0" dirty="0" err="1" smtClean="0"/>
              <a:t>thống</a:t>
            </a:r>
            <a:r>
              <a:rPr lang="en-US" baseline="0" dirty="0" smtClean="0"/>
              <a:t> </a:t>
            </a:r>
            <a:r>
              <a:rPr lang="en-US" baseline="0" dirty="0" err="1" smtClean="0"/>
              <a:t>phần</a:t>
            </a:r>
            <a:r>
              <a:rPr lang="en-US" baseline="0" dirty="0" smtClean="0"/>
              <a:t> </a:t>
            </a:r>
            <a:r>
              <a:rPr lang="en-US" baseline="0" dirty="0" err="1" smtClean="0"/>
              <a:t>cứng</a:t>
            </a:r>
            <a:r>
              <a:rPr lang="en-US" baseline="0" dirty="0" smtClean="0"/>
              <a:t> </a:t>
            </a:r>
            <a:r>
              <a:rPr lang="en-US" baseline="0" dirty="0" err="1" smtClean="0"/>
              <a:t>trước</a:t>
            </a:r>
            <a:r>
              <a:rPr lang="en-US" baseline="0" dirty="0" smtClean="0"/>
              <a:t>, </a:t>
            </a:r>
          </a:p>
          <a:p>
            <a:r>
              <a:rPr lang="en-US" dirty="0" err="1" smtClean="0"/>
              <a:t>Phần</a:t>
            </a:r>
            <a:r>
              <a:rPr lang="en-US" dirty="0" smtClean="0"/>
              <a:t> </a:t>
            </a:r>
            <a:r>
              <a:rPr lang="en-US" dirty="0" err="1" smtClean="0"/>
              <a:t>cứng</a:t>
            </a:r>
            <a:r>
              <a:rPr lang="en-US" baseline="0" dirty="0" smtClean="0"/>
              <a:t> </a:t>
            </a:r>
            <a:r>
              <a:rPr lang="en-US" baseline="0" dirty="0" err="1" smtClean="0"/>
              <a:t>thì</a:t>
            </a:r>
            <a:r>
              <a:rPr lang="en-US" baseline="0" dirty="0" smtClean="0"/>
              <a:t> </a:t>
            </a:r>
            <a:r>
              <a:rPr lang="en-US" baseline="0" dirty="0" err="1" smtClean="0"/>
              <a:t>em</a:t>
            </a:r>
            <a:r>
              <a:rPr lang="en-US" baseline="0" dirty="0" smtClean="0"/>
              <a:t> </a:t>
            </a:r>
            <a:r>
              <a:rPr lang="en-US" baseline="0" dirty="0" err="1" smtClean="0"/>
              <a:t>sử</a:t>
            </a:r>
            <a:r>
              <a:rPr lang="en-US" baseline="0" dirty="0" smtClean="0"/>
              <a:t> </a:t>
            </a:r>
            <a:r>
              <a:rPr lang="en-US" baseline="0" dirty="0" err="1" smtClean="0"/>
              <a:t>dụng</a:t>
            </a:r>
            <a:r>
              <a:rPr lang="en-US" baseline="0" dirty="0" smtClean="0"/>
              <a:t> </a:t>
            </a:r>
            <a:r>
              <a:rPr lang="en-US" baseline="0" dirty="0" err="1" smtClean="0"/>
              <a:t>hộp</a:t>
            </a:r>
            <a:r>
              <a:rPr lang="en-US" baseline="0" dirty="0" smtClean="0"/>
              <a:t> </a:t>
            </a:r>
            <a:r>
              <a:rPr lang="en-US" baseline="0" dirty="0" err="1" smtClean="0"/>
              <a:t>nhựa</a:t>
            </a:r>
            <a:r>
              <a:rPr lang="en-US" baseline="0" dirty="0" smtClean="0"/>
              <a:t> </a:t>
            </a:r>
            <a:r>
              <a:rPr lang="en-US" baseline="0" dirty="0" err="1" smtClean="0"/>
              <a:t>làm</a:t>
            </a:r>
            <a:r>
              <a:rPr lang="en-US" baseline="0" dirty="0" smtClean="0"/>
              <a:t> </a:t>
            </a:r>
            <a:r>
              <a:rPr lang="en-US" baseline="0" dirty="0" err="1" smtClean="0"/>
              <a:t>khung</a:t>
            </a:r>
            <a:r>
              <a:rPr lang="en-US" baseline="0" dirty="0" smtClean="0"/>
              <a:t>.</a:t>
            </a:r>
          </a:p>
          <a:p>
            <a:r>
              <a:rPr lang="en-US" baseline="0" dirty="0" err="1" smtClean="0"/>
              <a:t>Phần</a:t>
            </a:r>
            <a:r>
              <a:rPr lang="en-US" baseline="0" dirty="0" smtClean="0"/>
              <a:t> </a:t>
            </a:r>
            <a:r>
              <a:rPr lang="en-US" baseline="0" dirty="0" err="1" smtClean="0"/>
              <a:t>phía</a:t>
            </a:r>
            <a:r>
              <a:rPr lang="en-US" baseline="0" dirty="0" smtClean="0"/>
              <a:t> </a:t>
            </a:r>
            <a:r>
              <a:rPr lang="en-US" baseline="0" dirty="0" err="1" smtClean="0"/>
              <a:t>trên</a:t>
            </a:r>
            <a:r>
              <a:rPr lang="en-US" baseline="0" dirty="0" smtClean="0"/>
              <a:t> </a:t>
            </a:r>
            <a:r>
              <a:rPr lang="en-US" baseline="0" dirty="0" err="1" smtClean="0"/>
              <a:t>khung</a:t>
            </a:r>
            <a:r>
              <a:rPr lang="en-US" baseline="0" dirty="0" smtClean="0"/>
              <a:t> </a:t>
            </a:r>
            <a:r>
              <a:rPr lang="en-US" baseline="0" dirty="0" err="1" smtClean="0"/>
              <a:t>có</a:t>
            </a:r>
            <a:r>
              <a:rPr lang="en-US" baseline="0" dirty="0" smtClean="0"/>
              <a:t> </a:t>
            </a:r>
            <a:r>
              <a:rPr lang="en-US" baseline="0" dirty="0" err="1" smtClean="0"/>
              <a:t>hệ</a:t>
            </a:r>
            <a:r>
              <a:rPr lang="en-US" baseline="0" dirty="0" smtClean="0"/>
              <a:t> </a:t>
            </a:r>
            <a:r>
              <a:rPr lang="en-US" baseline="0" dirty="0" err="1" smtClean="0"/>
              <a:t>thống</a:t>
            </a:r>
            <a:r>
              <a:rPr lang="en-US" baseline="0" dirty="0" smtClean="0"/>
              <a:t> </a:t>
            </a:r>
            <a:r>
              <a:rPr lang="en-US" baseline="0" dirty="0" err="1" smtClean="0"/>
              <a:t>chiếu</a:t>
            </a:r>
            <a:r>
              <a:rPr lang="en-US" baseline="0" dirty="0" smtClean="0"/>
              <a:t> sang </a:t>
            </a:r>
            <a:r>
              <a:rPr lang="en-US" baseline="0" dirty="0" err="1" smtClean="0"/>
              <a:t>và</a:t>
            </a:r>
            <a:r>
              <a:rPr lang="en-US" baseline="0" dirty="0" smtClean="0"/>
              <a:t> camera.</a:t>
            </a:r>
          </a:p>
          <a:p>
            <a:r>
              <a:rPr lang="en-US" baseline="0" dirty="0" err="1" smtClean="0"/>
              <a:t>Xung</a:t>
            </a:r>
            <a:r>
              <a:rPr lang="en-US" baseline="0" dirty="0" smtClean="0"/>
              <a:t> </a:t>
            </a:r>
            <a:r>
              <a:rPr lang="en-US" baseline="0" dirty="0" err="1" smtClean="0"/>
              <a:t>quanh</a:t>
            </a:r>
            <a:r>
              <a:rPr lang="en-US" baseline="0" dirty="0" smtClean="0"/>
              <a:t> </a:t>
            </a:r>
            <a:r>
              <a:rPr lang="en-US" baseline="0" dirty="0" err="1" smtClean="0"/>
              <a:t>là</a:t>
            </a:r>
            <a:r>
              <a:rPr lang="en-US" baseline="0" dirty="0" smtClean="0"/>
              <a:t> </a:t>
            </a:r>
            <a:r>
              <a:rPr lang="en-US" baseline="0" dirty="0" err="1" smtClean="0"/>
              <a:t>được</a:t>
            </a:r>
            <a:r>
              <a:rPr lang="en-US" baseline="0" dirty="0" smtClean="0"/>
              <a:t> </a:t>
            </a:r>
            <a:r>
              <a:rPr lang="en-US" baseline="0" dirty="0" err="1" smtClean="0"/>
              <a:t>sơn</a:t>
            </a:r>
            <a:r>
              <a:rPr lang="en-US" baseline="0" dirty="0" smtClean="0"/>
              <a:t> </a:t>
            </a:r>
            <a:r>
              <a:rPr lang="en-US" baseline="0" dirty="0" err="1" smtClean="0"/>
              <a:t>đen</a:t>
            </a:r>
            <a:r>
              <a:rPr lang="en-US" baseline="0" dirty="0" smtClean="0"/>
              <a:t> </a:t>
            </a:r>
            <a:r>
              <a:rPr lang="en-US" baseline="0" dirty="0" err="1" smtClean="0"/>
              <a:t>để</a:t>
            </a:r>
            <a:r>
              <a:rPr lang="en-US" baseline="0" dirty="0" smtClean="0"/>
              <a:t> </a:t>
            </a:r>
            <a:r>
              <a:rPr lang="en-US" baseline="0" dirty="0" err="1" smtClean="0"/>
              <a:t>tạo</a:t>
            </a:r>
            <a:r>
              <a:rPr lang="en-US" baseline="0" dirty="0" smtClean="0"/>
              <a:t> </a:t>
            </a:r>
            <a:r>
              <a:rPr lang="en-US" baseline="0" dirty="0" err="1" smtClean="0"/>
              <a:t>buồn</a:t>
            </a:r>
            <a:r>
              <a:rPr lang="en-US" baseline="0" dirty="0" smtClean="0"/>
              <a:t> </a:t>
            </a:r>
            <a:r>
              <a:rPr lang="en-US" baseline="0" dirty="0" err="1" smtClean="0"/>
              <a:t>tối</a:t>
            </a:r>
            <a:r>
              <a:rPr lang="en-US" baseline="0" dirty="0" smtClean="0"/>
              <a:t> </a:t>
            </a:r>
            <a:r>
              <a:rPr lang="en-US" baseline="0" dirty="0" err="1" smtClean="0"/>
              <a:t>tránh</a:t>
            </a:r>
            <a:r>
              <a:rPr lang="en-US" baseline="0" dirty="0" smtClean="0"/>
              <a:t> </a:t>
            </a:r>
            <a:r>
              <a:rPr lang="en-US" baseline="0" dirty="0" err="1" smtClean="0"/>
              <a:t>nhiễu</a:t>
            </a:r>
            <a:r>
              <a:rPr lang="en-US" baseline="0" dirty="0" smtClean="0"/>
              <a:t> </a:t>
            </a:r>
            <a:r>
              <a:rPr lang="en-US" baseline="0" dirty="0" err="1" smtClean="0"/>
              <a:t>từ</a:t>
            </a:r>
            <a:r>
              <a:rPr lang="en-US" baseline="0" dirty="0" smtClean="0"/>
              <a:t> </a:t>
            </a:r>
            <a:r>
              <a:rPr lang="en-US" baseline="0" dirty="0" err="1" smtClean="0"/>
              <a:t>bên</a:t>
            </a:r>
            <a:r>
              <a:rPr lang="en-US" baseline="0" dirty="0" smtClean="0"/>
              <a:t> </a:t>
            </a:r>
            <a:r>
              <a:rPr lang="en-US" baseline="0" dirty="0" err="1" smtClean="0"/>
              <a:t>ngoài</a:t>
            </a:r>
            <a:r>
              <a:rPr lang="en-US" baseline="0" dirty="0" smtClean="0"/>
              <a:t>.</a:t>
            </a:r>
          </a:p>
          <a:p>
            <a:r>
              <a:rPr lang="en-US" baseline="0" dirty="0" err="1" smtClean="0"/>
              <a:t>Phía</a:t>
            </a:r>
            <a:r>
              <a:rPr lang="en-US" baseline="0" dirty="0" smtClean="0"/>
              <a:t> </a:t>
            </a:r>
            <a:r>
              <a:rPr lang="en-US" baseline="0" dirty="0" err="1" smtClean="0"/>
              <a:t>dưới</a:t>
            </a:r>
            <a:r>
              <a:rPr lang="en-US" baseline="0" dirty="0" smtClean="0"/>
              <a:t> </a:t>
            </a:r>
            <a:r>
              <a:rPr lang="en-US" baseline="0" dirty="0" err="1" smtClean="0"/>
              <a:t>được</a:t>
            </a:r>
            <a:r>
              <a:rPr lang="en-US" baseline="0" dirty="0" smtClean="0"/>
              <a:t> </a:t>
            </a:r>
            <a:r>
              <a:rPr lang="en-US" baseline="0" dirty="0" err="1" smtClean="0"/>
              <a:t>sử</a:t>
            </a:r>
            <a:r>
              <a:rPr lang="en-US" baseline="0" dirty="0" smtClean="0"/>
              <a:t> </a:t>
            </a:r>
            <a:r>
              <a:rPr lang="en-US" baseline="0" dirty="0" err="1" smtClean="0"/>
              <a:t>dụng</a:t>
            </a:r>
            <a:r>
              <a:rPr lang="en-US" baseline="0" dirty="0" smtClean="0"/>
              <a:t> </a:t>
            </a:r>
            <a:r>
              <a:rPr lang="en-US" baseline="0" dirty="0" err="1" smtClean="0"/>
              <a:t>làm</a:t>
            </a:r>
            <a:r>
              <a:rPr lang="en-US" baseline="0" dirty="0" smtClean="0"/>
              <a:t> </a:t>
            </a:r>
            <a:r>
              <a:rPr lang="en-US" baseline="0" dirty="0" err="1" smtClean="0"/>
              <a:t>bệ</a:t>
            </a:r>
            <a:r>
              <a:rPr lang="en-US" baseline="0" dirty="0" smtClean="0"/>
              <a:t>, </a:t>
            </a:r>
            <a:r>
              <a:rPr lang="en-US" baseline="0" dirty="0" err="1" smtClean="0"/>
              <a:t>có</a:t>
            </a:r>
            <a:r>
              <a:rPr lang="en-US" baseline="0" dirty="0" smtClean="0"/>
              <a:t> </a:t>
            </a:r>
            <a:r>
              <a:rPr lang="en-US" baseline="0" dirty="0" err="1" smtClean="0"/>
              <a:t>các</a:t>
            </a:r>
            <a:r>
              <a:rPr lang="en-US" baseline="0" dirty="0" smtClean="0"/>
              <a:t> </a:t>
            </a:r>
            <a:r>
              <a:rPr lang="en-US" baseline="0" dirty="0" err="1" smtClean="0"/>
              <a:t>thanh</a:t>
            </a:r>
            <a:r>
              <a:rPr lang="en-US" baseline="0" dirty="0" smtClean="0"/>
              <a:t> </a:t>
            </a:r>
            <a:r>
              <a:rPr lang="en-US" baseline="0" dirty="0" err="1" smtClean="0"/>
              <a:t>chắn</a:t>
            </a:r>
            <a:r>
              <a:rPr lang="en-US" baseline="0" dirty="0" smtClean="0"/>
              <a:t> </a:t>
            </a:r>
            <a:r>
              <a:rPr lang="en-US" baseline="0" dirty="0" err="1" smtClean="0"/>
              <a:t>để</a:t>
            </a:r>
            <a:r>
              <a:rPr lang="en-US" baseline="0" dirty="0" smtClean="0"/>
              <a:t> </a:t>
            </a:r>
            <a:r>
              <a:rPr lang="en-US" baseline="0" dirty="0" err="1" smtClean="0"/>
              <a:t>cố</a:t>
            </a:r>
            <a:r>
              <a:rPr lang="en-US" baseline="0" dirty="0" smtClean="0"/>
              <a:t> </a:t>
            </a:r>
            <a:r>
              <a:rPr lang="en-US" baseline="0" dirty="0" err="1" smtClean="0"/>
              <a:t>định</a:t>
            </a:r>
            <a:r>
              <a:rPr lang="en-US" baseline="0" dirty="0" smtClean="0"/>
              <a:t>, </a:t>
            </a:r>
            <a:r>
              <a:rPr lang="en-US" baseline="0" dirty="0" err="1" smtClean="0"/>
              <a:t>giúp</a:t>
            </a:r>
            <a:r>
              <a:rPr lang="en-US" baseline="0" dirty="0" smtClean="0"/>
              <a:t> </a:t>
            </a:r>
            <a:r>
              <a:rPr lang="en-US" baseline="0" dirty="0" err="1" smtClean="0"/>
              <a:t>cho</a:t>
            </a:r>
            <a:r>
              <a:rPr lang="en-US" baseline="0" dirty="0" smtClean="0"/>
              <a:t> </a:t>
            </a:r>
            <a:r>
              <a:rPr lang="en-US" baseline="0" dirty="0" err="1" smtClean="0"/>
              <a:t>ảnh</a:t>
            </a:r>
            <a:r>
              <a:rPr lang="en-US" baseline="0" dirty="0" smtClean="0"/>
              <a:t> </a:t>
            </a:r>
            <a:r>
              <a:rPr lang="en-US" baseline="0" dirty="0" err="1" smtClean="0"/>
              <a:t>đầu</a:t>
            </a:r>
            <a:r>
              <a:rPr lang="en-US" baseline="0" dirty="0" smtClean="0"/>
              <a:t> </a:t>
            </a:r>
            <a:r>
              <a:rPr lang="en-US" baseline="0" dirty="0" err="1" smtClean="0"/>
              <a:t>vào</a:t>
            </a:r>
            <a:r>
              <a:rPr lang="en-US" baseline="0" dirty="0" smtClean="0"/>
              <a:t> </a:t>
            </a:r>
            <a:r>
              <a:rPr lang="en-US" baseline="0" dirty="0" err="1" smtClean="0"/>
              <a:t>được</a:t>
            </a:r>
            <a:r>
              <a:rPr lang="en-US" baseline="0" dirty="0" smtClean="0"/>
              <a:t> </a:t>
            </a:r>
            <a:r>
              <a:rPr lang="en-US" baseline="0" dirty="0" err="1" smtClean="0"/>
              <a:t>đồng</a:t>
            </a:r>
            <a:r>
              <a:rPr lang="en-US" baseline="0" dirty="0" smtClean="0"/>
              <a:t> </a:t>
            </a:r>
            <a:r>
              <a:rPr lang="en-US" baseline="0" dirty="0" err="1" smtClean="0"/>
              <a:t>nhất</a:t>
            </a:r>
            <a:r>
              <a:rPr lang="en-US" baseline="0" dirty="0" smtClean="0"/>
              <a:t> qua </a:t>
            </a:r>
            <a:r>
              <a:rPr lang="en-US" baseline="0" dirty="0" err="1" smtClean="0"/>
              <a:t>mỗi</a:t>
            </a:r>
            <a:r>
              <a:rPr lang="en-US" baseline="0" dirty="0" smtClean="0"/>
              <a:t> </a:t>
            </a:r>
            <a:r>
              <a:rPr lang="en-US" baseline="0" dirty="0" err="1" smtClean="0"/>
              <a:t>lần</a:t>
            </a:r>
            <a:r>
              <a:rPr lang="en-US" baseline="0" dirty="0" smtClean="0"/>
              <a:t> </a:t>
            </a:r>
            <a:r>
              <a:rPr lang="en-US" baseline="0" dirty="0" err="1" smtClean="0"/>
              <a:t>chụp</a:t>
            </a:r>
            <a:r>
              <a:rPr lang="en-US" baseline="0" dirty="0" smtClean="0"/>
              <a:t>.</a:t>
            </a:r>
          </a:p>
        </p:txBody>
      </p:sp>
      <p:sp>
        <p:nvSpPr>
          <p:cNvPr id="4" name="Slide Number Placeholder 3"/>
          <p:cNvSpPr>
            <a:spLocks noGrp="1"/>
          </p:cNvSpPr>
          <p:nvPr>
            <p:ph type="sldNum" sz="quarter" idx="10"/>
          </p:nvPr>
        </p:nvSpPr>
        <p:spPr/>
        <p:txBody>
          <a:bodyPr/>
          <a:lstStyle/>
          <a:p>
            <a:fld id="{0A8C4EAE-1E45-4D3A-B37B-EFD47784976C}" type="slidenum">
              <a:rPr lang="en-US" smtClean="0"/>
              <a:t>8</a:t>
            </a:fld>
            <a:endParaRPr lang="en-US"/>
          </a:p>
        </p:txBody>
      </p:sp>
    </p:spTree>
    <p:extLst>
      <p:ext uri="{BB962C8B-B14F-4D97-AF65-F5344CB8AC3E}">
        <p14:creationId xmlns:p14="http://schemas.microsoft.com/office/powerpoint/2010/main" val="3904762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Thiết</a:t>
            </a:r>
            <a:r>
              <a:rPr lang="en-US" dirty="0" smtClean="0"/>
              <a:t> </a:t>
            </a:r>
            <a:r>
              <a:rPr lang="en-US" dirty="0" err="1" smtClean="0"/>
              <a:t>kế</a:t>
            </a:r>
            <a:r>
              <a:rPr lang="en-US" baseline="0" dirty="0" smtClean="0"/>
              <a:t> </a:t>
            </a:r>
            <a:r>
              <a:rPr lang="en-US" baseline="0" dirty="0" err="1" smtClean="0"/>
              <a:t>vùng</a:t>
            </a:r>
            <a:r>
              <a:rPr lang="en-US" baseline="0" dirty="0" smtClean="0"/>
              <a:t> </a:t>
            </a:r>
            <a:r>
              <a:rPr lang="en-US" baseline="0" dirty="0" err="1" smtClean="0"/>
              <a:t>quan</a:t>
            </a:r>
            <a:r>
              <a:rPr lang="en-US" baseline="0" dirty="0" smtClean="0"/>
              <a:t> </a:t>
            </a:r>
            <a:r>
              <a:rPr lang="en-US" baseline="0" dirty="0" err="1" smtClean="0"/>
              <a:t>tâm</a:t>
            </a:r>
            <a:endParaRPr lang="en-US" dirty="0" smtClean="0"/>
          </a:p>
          <a:p>
            <a:r>
              <a:rPr lang="en-US" dirty="0" err="1" smtClean="0"/>
              <a:t>Trong</a:t>
            </a:r>
            <a:r>
              <a:rPr lang="en-US" dirty="0" smtClean="0"/>
              <a:t> </a:t>
            </a:r>
            <a:r>
              <a:rPr lang="en-US" dirty="0" err="1" smtClean="0"/>
              <a:t>đồ</a:t>
            </a:r>
            <a:r>
              <a:rPr lang="en-US" baseline="0" dirty="0" smtClean="0"/>
              <a:t> </a:t>
            </a:r>
            <a:r>
              <a:rPr lang="en-US" baseline="0" dirty="0" err="1" smtClean="0"/>
              <a:t>án</a:t>
            </a:r>
            <a:r>
              <a:rPr lang="en-US" baseline="0" dirty="0" smtClean="0"/>
              <a:t> </a:t>
            </a:r>
            <a:r>
              <a:rPr lang="en-US" baseline="0" dirty="0" err="1" smtClean="0"/>
              <a:t>này</a:t>
            </a:r>
            <a:r>
              <a:rPr lang="en-US" baseline="0" dirty="0" smtClean="0"/>
              <a:t> </a:t>
            </a:r>
            <a:r>
              <a:rPr lang="en-US" baseline="0" dirty="0" err="1" smtClean="0"/>
              <a:t>thì</a:t>
            </a:r>
            <a:r>
              <a:rPr lang="en-US" baseline="0" dirty="0" smtClean="0"/>
              <a:t> </a:t>
            </a:r>
            <a:r>
              <a:rPr lang="en-US" baseline="0" dirty="0" err="1" smtClean="0"/>
              <a:t>vùng</a:t>
            </a:r>
            <a:r>
              <a:rPr lang="en-US" baseline="0" dirty="0" smtClean="0"/>
              <a:t> </a:t>
            </a:r>
            <a:r>
              <a:rPr lang="en-US" baseline="0" dirty="0" err="1" smtClean="0"/>
              <a:t>quan</a:t>
            </a:r>
            <a:r>
              <a:rPr lang="en-US" baseline="0" dirty="0" smtClean="0"/>
              <a:t> </a:t>
            </a:r>
            <a:r>
              <a:rPr lang="en-US" baseline="0" dirty="0" err="1" smtClean="0"/>
              <a:t>tâm</a:t>
            </a:r>
            <a:r>
              <a:rPr lang="en-US" baseline="0" dirty="0" smtClean="0"/>
              <a:t>, </a:t>
            </a:r>
            <a:r>
              <a:rPr lang="en-US" baseline="0" dirty="0" err="1" smtClean="0"/>
              <a:t>xuất</a:t>
            </a:r>
            <a:r>
              <a:rPr lang="en-US" baseline="0" dirty="0" smtClean="0"/>
              <a:t> </a:t>
            </a:r>
            <a:r>
              <a:rPr lang="en-US" baseline="0" dirty="0" err="1" smtClean="0"/>
              <a:t>hiện</a:t>
            </a:r>
            <a:r>
              <a:rPr lang="en-US" baseline="0" dirty="0" smtClean="0"/>
              <a:t> 2 </a:t>
            </a:r>
            <a:r>
              <a:rPr lang="en-US" baseline="0" dirty="0" err="1" smtClean="0"/>
              <a:t>lần</a:t>
            </a:r>
            <a:r>
              <a:rPr lang="en-US" baseline="0" dirty="0" smtClean="0"/>
              <a:t> </a:t>
            </a:r>
          </a:p>
          <a:p>
            <a:r>
              <a:rPr lang="en-US" baseline="0" dirty="0" err="1" smtClean="0"/>
              <a:t>Thứ</a:t>
            </a:r>
            <a:r>
              <a:rPr lang="en-US" baseline="0" dirty="0" smtClean="0"/>
              <a:t> </a:t>
            </a:r>
            <a:r>
              <a:rPr lang="en-US" baseline="0" dirty="0" err="1" smtClean="0"/>
              <a:t>nhất</a:t>
            </a:r>
            <a:r>
              <a:rPr lang="en-US" baseline="0" dirty="0" smtClean="0"/>
              <a:t> </a:t>
            </a:r>
            <a:r>
              <a:rPr lang="en-US" baseline="0" dirty="0" err="1" smtClean="0"/>
              <a:t>là</a:t>
            </a:r>
            <a:r>
              <a:rPr lang="en-US" baseline="0" dirty="0" smtClean="0"/>
              <a:t> </a:t>
            </a:r>
            <a:r>
              <a:rPr lang="en-US" baseline="0" dirty="0" err="1" smtClean="0"/>
              <a:t>Roi</a:t>
            </a:r>
            <a:r>
              <a:rPr lang="en-US" baseline="0" dirty="0" smtClean="0"/>
              <a:t> </a:t>
            </a:r>
            <a:r>
              <a:rPr lang="en-US" baseline="0" dirty="0" err="1" smtClean="0"/>
              <a:t>tổng</a:t>
            </a:r>
            <a:r>
              <a:rPr lang="en-US" baseline="0" dirty="0" smtClean="0"/>
              <a:t> </a:t>
            </a:r>
            <a:r>
              <a:rPr lang="en-US" baseline="0" dirty="0" err="1" smtClean="0"/>
              <a:t>thể</a:t>
            </a:r>
            <a:r>
              <a:rPr lang="en-US" baseline="0" dirty="0" smtClean="0"/>
              <a:t> </a:t>
            </a:r>
            <a:r>
              <a:rPr lang="en-US" baseline="0" dirty="0" err="1" smtClean="0"/>
              <a:t>để</a:t>
            </a:r>
            <a:r>
              <a:rPr lang="en-US" baseline="0" dirty="0" smtClean="0"/>
              <a:t> </a:t>
            </a:r>
            <a:r>
              <a:rPr lang="en-US" baseline="0" dirty="0" err="1" smtClean="0"/>
              <a:t>căng</a:t>
            </a:r>
            <a:r>
              <a:rPr lang="en-US" baseline="0" dirty="0" smtClean="0"/>
              <a:t> </a:t>
            </a:r>
            <a:r>
              <a:rPr lang="en-US" baseline="0" dirty="0" err="1" smtClean="0"/>
              <a:t>chỉnh</a:t>
            </a:r>
            <a:r>
              <a:rPr lang="en-US" baseline="0" dirty="0" smtClean="0"/>
              <a:t>, </a:t>
            </a:r>
            <a:r>
              <a:rPr lang="en-US" baseline="0" dirty="0" err="1" smtClean="0"/>
              <a:t>làm</a:t>
            </a:r>
            <a:r>
              <a:rPr lang="en-US" baseline="0" dirty="0" smtClean="0"/>
              <a:t> </a:t>
            </a:r>
            <a:r>
              <a:rPr lang="en-US" baseline="0" dirty="0" err="1" smtClean="0"/>
              <a:t>cho</a:t>
            </a:r>
            <a:r>
              <a:rPr lang="en-US" baseline="0" dirty="0" smtClean="0"/>
              <a:t> </a:t>
            </a:r>
            <a:r>
              <a:rPr lang="en-US" baseline="0" dirty="0" err="1" smtClean="0"/>
              <a:t>dữ</a:t>
            </a:r>
            <a:r>
              <a:rPr lang="en-US" baseline="0" dirty="0" smtClean="0"/>
              <a:t> </a:t>
            </a:r>
            <a:r>
              <a:rPr lang="en-US" baseline="0" dirty="0" err="1" smtClean="0"/>
              <a:t>liệu</a:t>
            </a:r>
            <a:r>
              <a:rPr lang="en-US" baseline="0" dirty="0" smtClean="0"/>
              <a:t> </a:t>
            </a:r>
            <a:r>
              <a:rPr lang="en-US" baseline="0" dirty="0" err="1" smtClean="0"/>
              <a:t>đầu</a:t>
            </a:r>
            <a:r>
              <a:rPr lang="en-US" baseline="0" dirty="0" smtClean="0"/>
              <a:t> </a:t>
            </a:r>
            <a:r>
              <a:rPr lang="en-US" baseline="0" dirty="0" err="1" smtClean="0"/>
              <a:t>vào</a:t>
            </a:r>
            <a:r>
              <a:rPr lang="en-US" baseline="0" dirty="0" smtClean="0"/>
              <a:t> </a:t>
            </a:r>
            <a:r>
              <a:rPr lang="en-US" baseline="0" dirty="0" err="1" smtClean="0"/>
              <a:t>đồng</a:t>
            </a:r>
            <a:r>
              <a:rPr lang="en-US" baseline="0" dirty="0" smtClean="0"/>
              <a:t> </a:t>
            </a:r>
            <a:r>
              <a:rPr lang="en-US" baseline="0" dirty="0" err="1" smtClean="0"/>
              <a:t>nhất</a:t>
            </a:r>
            <a:r>
              <a:rPr lang="en-US" baseline="0" dirty="0" smtClean="0"/>
              <a:t>, </a:t>
            </a:r>
            <a:r>
              <a:rPr lang="en-US" baseline="0" dirty="0" err="1" smtClean="0"/>
              <a:t>tăng</a:t>
            </a:r>
            <a:r>
              <a:rPr lang="en-US" baseline="0" dirty="0" smtClean="0"/>
              <a:t> </a:t>
            </a:r>
            <a:r>
              <a:rPr lang="en-US" baseline="0" dirty="0" err="1" smtClean="0"/>
              <a:t>độ</a:t>
            </a:r>
            <a:r>
              <a:rPr lang="en-US" baseline="0" dirty="0" smtClean="0"/>
              <a:t> </a:t>
            </a:r>
            <a:r>
              <a:rPr lang="en-US" baseline="0" dirty="0" err="1" smtClean="0"/>
              <a:t>chính</a:t>
            </a:r>
            <a:r>
              <a:rPr lang="en-US" baseline="0" dirty="0" smtClean="0"/>
              <a:t> </a:t>
            </a:r>
            <a:r>
              <a:rPr lang="en-US" baseline="0" dirty="0" err="1" smtClean="0"/>
              <a:t>xác</a:t>
            </a:r>
            <a:r>
              <a:rPr lang="en-US" baseline="0" dirty="0" smtClean="0"/>
              <a:t>.</a:t>
            </a:r>
          </a:p>
          <a:p>
            <a:r>
              <a:rPr lang="en-US" baseline="0" dirty="0" err="1" smtClean="0"/>
              <a:t>Lần</a:t>
            </a:r>
            <a:r>
              <a:rPr lang="en-US" baseline="0" dirty="0" smtClean="0"/>
              <a:t> 2 </a:t>
            </a:r>
            <a:r>
              <a:rPr lang="en-US" baseline="0" dirty="0" err="1" smtClean="0"/>
              <a:t>là</a:t>
            </a:r>
            <a:r>
              <a:rPr lang="en-US" baseline="0" dirty="0" smtClean="0"/>
              <a:t> </a:t>
            </a:r>
            <a:r>
              <a:rPr lang="en-US" baseline="0" dirty="0" err="1" smtClean="0"/>
              <a:t>xác</a:t>
            </a:r>
            <a:r>
              <a:rPr lang="en-US" baseline="0" dirty="0" smtClean="0"/>
              <a:t> </a:t>
            </a:r>
            <a:r>
              <a:rPr lang="en-US" baseline="0" dirty="0" err="1" smtClean="0"/>
              <a:t>định</a:t>
            </a:r>
            <a:r>
              <a:rPr lang="en-US" baseline="0" dirty="0" smtClean="0"/>
              <a:t> </a:t>
            </a:r>
            <a:r>
              <a:rPr lang="en-US" baseline="0" dirty="0" err="1" smtClean="0"/>
              <a:t>cục</a:t>
            </a:r>
            <a:r>
              <a:rPr lang="en-US" baseline="0" dirty="0" smtClean="0"/>
              <a:t> </a:t>
            </a:r>
            <a:r>
              <a:rPr lang="en-US" baseline="0" dirty="0" err="1" smtClean="0"/>
              <a:t>bộ</a:t>
            </a:r>
            <a:r>
              <a:rPr lang="en-US" baseline="0" dirty="0" smtClean="0"/>
              <a:t> </a:t>
            </a:r>
            <a:r>
              <a:rPr lang="en-US" baseline="0" dirty="0" err="1" smtClean="0"/>
              <a:t>từng</a:t>
            </a:r>
            <a:r>
              <a:rPr lang="en-US" baseline="0" dirty="0" smtClean="0"/>
              <a:t> </a:t>
            </a:r>
            <a:r>
              <a:rPr lang="en-US" baseline="0" dirty="0" err="1" smtClean="0"/>
              <a:t>linh</a:t>
            </a:r>
            <a:r>
              <a:rPr lang="en-US" baseline="0" dirty="0" smtClean="0"/>
              <a:t> </a:t>
            </a:r>
            <a:r>
              <a:rPr lang="en-US" baseline="0" dirty="0" err="1" smtClean="0"/>
              <a:t>kiện</a:t>
            </a:r>
            <a:r>
              <a:rPr lang="en-US" baseline="0" dirty="0" smtClean="0"/>
              <a:t> </a:t>
            </a:r>
            <a:r>
              <a:rPr lang="en-US" baseline="0" dirty="0" err="1" smtClean="0"/>
              <a:t>riêng</a:t>
            </a:r>
            <a:r>
              <a:rPr lang="en-US" baseline="0" dirty="0" smtClean="0"/>
              <a:t> </a:t>
            </a:r>
            <a:r>
              <a:rPr lang="en-US" baseline="0" dirty="0" err="1" smtClean="0"/>
              <a:t>lẻ</a:t>
            </a:r>
            <a:r>
              <a:rPr lang="en-US" baseline="0" dirty="0" smtClean="0"/>
              <a:t>, </a:t>
            </a:r>
            <a:r>
              <a:rPr lang="en-US" baseline="0" dirty="0" err="1" smtClean="0"/>
              <a:t>giúp</a:t>
            </a:r>
            <a:r>
              <a:rPr lang="en-US" baseline="0" dirty="0" smtClean="0"/>
              <a:t> </a:t>
            </a:r>
            <a:r>
              <a:rPr lang="en-US" baseline="0" dirty="0" err="1" smtClean="0"/>
              <a:t>cho</a:t>
            </a:r>
            <a:r>
              <a:rPr lang="en-US" baseline="0" dirty="0" smtClean="0"/>
              <a:t> </a:t>
            </a:r>
            <a:r>
              <a:rPr lang="en-US" baseline="0" dirty="0" err="1" smtClean="0"/>
              <a:t>tăng</a:t>
            </a:r>
            <a:r>
              <a:rPr lang="en-US" baseline="0" dirty="0" smtClean="0"/>
              <a:t> </a:t>
            </a:r>
            <a:r>
              <a:rPr lang="en-US" baseline="0" dirty="0" err="1" smtClean="0"/>
              <a:t>tốc</a:t>
            </a:r>
            <a:r>
              <a:rPr lang="en-US" baseline="0" dirty="0" smtClean="0"/>
              <a:t> </a:t>
            </a:r>
            <a:r>
              <a:rPr lang="en-US" baseline="0" dirty="0" err="1" smtClean="0"/>
              <a:t>độ</a:t>
            </a:r>
            <a:r>
              <a:rPr lang="en-US" baseline="0" dirty="0" smtClean="0"/>
              <a:t> </a:t>
            </a:r>
            <a:r>
              <a:rPr lang="en-US" baseline="0" dirty="0" err="1" smtClean="0"/>
              <a:t>tính</a:t>
            </a:r>
            <a:r>
              <a:rPr lang="en-US" baseline="0" dirty="0" smtClean="0"/>
              <a:t> </a:t>
            </a:r>
            <a:r>
              <a:rPr lang="en-US" baseline="0" dirty="0" err="1" smtClean="0"/>
              <a:t>toán</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0A8C4EAE-1E45-4D3A-B37B-EFD47784976C}" type="slidenum">
              <a:rPr lang="en-US" smtClean="0"/>
              <a:t>9</a:t>
            </a:fld>
            <a:endParaRPr lang="en-US"/>
          </a:p>
        </p:txBody>
      </p:sp>
    </p:spTree>
    <p:extLst>
      <p:ext uri="{BB962C8B-B14F-4D97-AF65-F5344CB8AC3E}">
        <p14:creationId xmlns:p14="http://schemas.microsoft.com/office/powerpoint/2010/main" val="16287298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Thiết</a:t>
            </a:r>
            <a:r>
              <a:rPr lang="en-US" dirty="0" smtClean="0"/>
              <a:t> </a:t>
            </a:r>
            <a:r>
              <a:rPr lang="en-US" dirty="0" err="1" smtClean="0"/>
              <a:t>kết</a:t>
            </a:r>
            <a:r>
              <a:rPr lang="en-US" baseline="0" dirty="0" smtClean="0"/>
              <a:t> </a:t>
            </a:r>
            <a:r>
              <a:rPr lang="en-US" baseline="0" dirty="0" err="1" smtClean="0"/>
              <a:t>hệ</a:t>
            </a:r>
            <a:r>
              <a:rPr lang="en-US" baseline="0" dirty="0" smtClean="0"/>
              <a:t> </a:t>
            </a:r>
            <a:r>
              <a:rPr lang="en-US" baseline="0" dirty="0" err="1" smtClean="0"/>
              <a:t>thống</a:t>
            </a:r>
            <a:r>
              <a:rPr lang="en-US" baseline="0" dirty="0" smtClean="0"/>
              <a:t> </a:t>
            </a:r>
            <a:r>
              <a:rPr lang="en-US" baseline="0" dirty="0" err="1" smtClean="0"/>
              <a:t>phần</a:t>
            </a:r>
            <a:r>
              <a:rPr lang="en-US" baseline="0" dirty="0" smtClean="0"/>
              <a:t> </a:t>
            </a:r>
            <a:r>
              <a:rPr lang="en-US" baseline="0" dirty="0" err="1" smtClean="0"/>
              <a:t>mềm</a:t>
            </a:r>
            <a:endParaRPr lang="en-US" baseline="0" dirty="0" smtClean="0"/>
          </a:p>
          <a:p>
            <a:r>
              <a:rPr lang="en-US" dirty="0" err="1" smtClean="0"/>
              <a:t>Đồ</a:t>
            </a:r>
            <a:r>
              <a:rPr lang="en-US" dirty="0" smtClean="0"/>
              <a:t> </a:t>
            </a:r>
            <a:r>
              <a:rPr lang="en-US" dirty="0" err="1" smtClean="0"/>
              <a:t>án</a:t>
            </a:r>
            <a:r>
              <a:rPr lang="en-US" baseline="0" dirty="0" smtClean="0"/>
              <a:t> </a:t>
            </a:r>
            <a:r>
              <a:rPr lang="en-US" baseline="0" dirty="0" err="1" smtClean="0"/>
              <a:t>sử</a:t>
            </a:r>
            <a:r>
              <a:rPr lang="en-US" baseline="0" dirty="0" smtClean="0"/>
              <a:t> </a:t>
            </a:r>
            <a:r>
              <a:rPr lang="en-US" baseline="0" dirty="0" err="1" smtClean="0"/>
              <a:t>dụng</a:t>
            </a:r>
            <a:r>
              <a:rPr lang="en-US" baseline="0" dirty="0" smtClean="0"/>
              <a:t> </a:t>
            </a:r>
            <a:r>
              <a:rPr lang="en-US" baseline="0" dirty="0" err="1" smtClean="0"/>
              <a:t>các</a:t>
            </a:r>
            <a:r>
              <a:rPr lang="en-US" baseline="0" dirty="0" smtClean="0"/>
              <a:t> </a:t>
            </a:r>
            <a:r>
              <a:rPr lang="en-US" baseline="0" dirty="0" err="1" smtClean="0"/>
              <a:t>thư</a:t>
            </a:r>
            <a:r>
              <a:rPr lang="en-US" baseline="0" dirty="0" smtClean="0"/>
              <a:t> </a:t>
            </a:r>
            <a:r>
              <a:rPr lang="en-US" baseline="0" dirty="0" err="1" smtClean="0"/>
              <a:t>viện</a:t>
            </a:r>
            <a:r>
              <a:rPr lang="en-US" baseline="0" dirty="0" smtClean="0"/>
              <a:t> </a:t>
            </a:r>
            <a:r>
              <a:rPr lang="en-US" baseline="0" dirty="0" err="1" smtClean="0"/>
              <a:t>như</a:t>
            </a:r>
            <a:r>
              <a:rPr lang="en-US" baseline="0" dirty="0" smtClean="0"/>
              <a:t> python, </a:t>
            </a:r>
            <a:r>
              <a:rPr lang="en-US" baseline="0" dirty="0" err="1" smtClean="0"/>
              <a:t>openCV</a:t>
            </a:r>
            <a:r>
              <a:rPr lang="en-US" baseline="0" dirty="0" smtClean="0"/>
              <a:t> </a:t>
            </a:r>
            <a:r>
              <a:rPr lang="en-US" baseline="0" dirty="0" err="1" smtClean="0"/>
              <a:t>để</a:t>
            </a:r>
            <a:r>
              <a:rPr lang="en-US" baseline="0" dirty="0" smtClean="0"/>
              <a:t> </a:t>
            </a:r>
            <a:r>
              <a:rPr lang="en-US" baseline="0" dirty="0" err="1" smtClean="0"/>
              <a:t>xử</a:t>
            </a:r>
            <a:r>
              <a:rPr lang="en-US" baseline="0" dirty="0" smtClean="0"/>
              <a:t> </a:t>
            </a:r>
            <a:r>
              <a:rPr lang="en-US" baseline="0" dirty="0" err="1" smtClean="0"/>
              <a:t>lý</a:t>
            </a:r>
            <a:r>
              <a:rPr lang="en-US" baseline="0" dirty="0" smtClean="0"/>
              <a:t> </a:t>
            </a:r>
            <a:r>
              <a:rPr lang="en-US" baseline="0" dirty="0" err="1" smtClean="0"/>
              <a:t>ảnh</a:t>
            </a:r>
            <a:r>
              <a:rPr lang="en-US" baseline="0" dirty="0" smtClean="0"/>
              <a:t>, </a:t>
            </a:r>
            <a:r>
              <a:rPr lang="en-US" baseline="0" dirty="0" err="1" smtClean="0"/>
              <a:t>numpy</a:t>
            </a:r>
            <a:r>
              <a:rPr lang="en-US" baseline="0" dirty="0" smtClean="0"/>
              <a:t> </a:t>
            </a:r>
            <a:r>
              <a:rPr lang="en-US" baseline="0" dirty="0" err="1" smtClean="0"/>
              <a:t>để</a:t>
            </a:r>
            <a:r>
              <a:rPr lang="en-US" baseline="0" dirty="0" smtClean="0"/>
              <a:t> </a:t>
            </a:r>
            <a:r>
              <a:rPr lang="en-US" baseline="0" dirty="0" err="1" smtClean="0"/>
              <a:t>tính</a:t>
            </a:r>
            <a:r>
              <a:rPr lang="en-US" baseline="0" dirty="0" smtClean="0"/>
              <a:t> </a:t>
            </a:r>
            <a:r>
              <a:rPr lang="en-US" baseline="0" dirty="0" err="1" smtClean="0"/>
              <a:t>toán</a:t>
            </a:r>
            <a:r>
              <a:rPr lang="en-US" baseline="0" dirty="0" smtClean="0"/>
              <a:t>, </a:t>
            </a:r>
            <a:r>
              <a:rPr lang="en-US" baseline="0" dirty="0" err="1" smtClean="0"/>
              <a:t>pyqt</a:t>
            </a:r>
            <a:r>
              <a:rPr lang="en-US" baseline="0" dirty="0" smtClean="0"/>
              <a:t> </a:t>
            </a:r>
            <a:r>
              <a:rPr lang="en-US" baseline="0" dirty="0" err="1" smtClean="0"/>
              <a:t>để</a:t>
            </a:r>
            <a:r>
              <a:rPr lang="en-US" baseline="0" dirty="0" smtClean="0"/>
              <a:t> </a:t>
            </a:r>
            <a:r>
              <a:rPr lang="en-US" baseline="0" dirty="0" err="1" smtClean="0"/>
              <a:t>tạo</a:t>
            </a:r>
            <a:r>
              <a:rPr lang="en-US" baseline="0" dirty="0" smtClean="0"/>
              <a:t> </a:t>
            </a:r>
            <a:r>
              <a:rPr lang="en-US" baseline="0" dirty="0" err="1" smtClean="0"/>
              <a:t>giao</a:t>
            </a:r>
            <a:r>
              <a:rPr lang="en-US" baseline="0" dirty="0" smtClean="0"/>
              <a:t> </a:t>
            </a:r>
            <a:r>
              <a:rPr lang="en-US" baseline="0" dirty="0" err="1" smtClean="0"/>
              <a:t>diện</a:t>
            </a:r>
            <a:r>
              <a:rPr lang="en-US" baseline="0" dirty="0" smtClean="0"/>
              <a:t>, CSV </a:t>
            </a:r>
            <a:r>
              <a:rPr lang="en-US" baseline="0" dirty="0" err="1" smtClean="0"/>
              <a:t>để</a:t>
            </a:r>
            <a:r>
              <a:rPr lang="en-US" baseline="0" dirty="0" smtClean="0"/>
              <a:t> </a:t>
            </a:r>
            <a:r>
              <a:rPr lang="en-US" baseline="0" dirty="0" err="1" smtClean="0"/>
              <a:t>xuất</a:t>
            </a:r>
            <a:r>
              <a:rPr lang="en-US" baseline="0" dirty="0" smtClean="0"/>
              <a:t> file </a:t>
            </a:r>
            <a:r>
              <a:rPr lang="en-US" baseline="0" dirty="0" err="1" smtClean="0"/>
              <a:t>thông</a:t>
            </a:r>
            <a:r>
              <a:rPr lang="en-US" baseline="0" dirty="0" smtClean="0"/>
              <a:t> tin </a:t>
            </a:r>
            <a:r>
              <a:rPr lang="en-US" baseline="0" dirty="0" err="1" smtClean="0"/>
              <a:t>linh</a:t>
            </a:r>
            <a:r>
              <a:rPr lang="en-US" baseline="0" dirty="0" smtClean="0"/>
              <a:t> </a:t>
            </a:r>
            <a:r>
              <a:rPr lang="en-US" baseline="0" dirty="0" err="1" smtClean="0"/>
              <a:t>kiện</a:t>
            </a:r>
            <a:r>
              <a:rPr lang="en-US" baseline="0" dirty="0" smtClean="0"/>
              <a:t> </a:t>
            </a:r>
            <a:r>
              <a:rPr lang="en-US" baseline="0" dirty="0" err="1" smtClean="0"/>
              <a:t>thiếu</a:t>
            </a:r>
            <a:r>
              <a:rPr lang="en-US" baseline="0" dirty="0" smtClean="0"/>
              <a:t> </a:t>
            </a:r>
            <a:r>
              <a:rPr lang="en-US" baseline="0" dirty="0" err="1" smtClean="0"/>
              <a:t>đủ</a:t>
            </a:r>
            <a:endParaRPr lang="en-US" baseline="0" dirty="0" smtClean="0"/>
          </a:p>
          <a:p>
            <a:r>
              <a:rPr lang="en-US" baseline="0" dirty="0" err="1" smtClean="0"/>
              <a:t>Đầu</a:t>
            </a:r>
            <a:r>
              <a:rPr lang="en-US" baseline="0" dirty="0" smtClean="0"/>
              <a:t> </a:t>
            </a:r>
            <a:r>
              <a:rPr lang="en-US" baseline="0" dirty="0" err="1" smtClean="0"/>
              <a:t>vào</a:t>
            </a:r>
            <a:r>
              <a:rPr lang="en-US" baseline="0" dirty="0" smtClean="0"/>
              <a:t> </a:t>
            </a:r>
            <a:r>
              <a:rPr lang="en-US" baseline="0" dirty="0" err="1" smtClean="0"/>
              <a:t>là</a:t>
            </a:r>
            <a:r>
              <a:rPr lang="en-US" baseline="0" dirty="0" smtClean="0"/>
              <a:t> </a:t>
            </a:r>
            <a:r>
              <a:rPr lang="en-US" baseline="0" dirty="0" err="1" smtClean="0"/>
              <a:t>ảnh</a:t>
            </a:r>
            <a:r>
              <a:rPr lang="en-US" baseline="0" dirty="0" smtClean="0"/>
              <a:t> </a:t>
            </a:r>
            <a:r>
              <a:rPr lang="en-US" baseline="0" dirty="0" err="1" smtClean="0"/>
              <a:t>từ</a:t>
            </a:r>
            <a:r>
              <a:rPr lang="en-US" baseline="0" dirty="0" smtClean="0"/>
              <a:t> camera, </a:t>
            </a:r>
            <a:r>
              <a:rPr lang="en-US" baseline="0" dirty="0" err="1" smtClean="0"/>
              <a:t>danh</a:t>
            </a:r>
            <a:r>
              <a:rPr lang="en-US" baseline="0" dirty="0" smtClean="0"/>
              <a:t> </a:t>
            </a:r>
            <a:r>
              <a:rPr lang="en-US" baseline="0" dirty="0" err="1" smtClean="0"/>
              <a:t>sách</a:t>
            </a:r>
            <a:r>
              <a:rPr lang="en-US" baseline="0" dirty="0" smtClean="0"/>
              <a:t> </a:t>
            </a:r>
            <a:r>
              <a:rPr lang="en-US" baseline="0" dirty="0" err="1" smtClean="0"/>
              <a:t>vùng</a:t>
            </a:r>
            <a:r>
              <a:rPr lang="en-US" baseline="0" dirty="0" smtClean="0"/>
              <a:t> </a:t>
            </a:r>
            <a:r>
              <a:rPr lang="en-US" baseline="0" dirty="0" err="1" smtClean="0"/>
              <a:t>quan</a:t>
            </a:r>
            <a:r>
              <a:rPr lang="en-US" baseline="0" dirty="0" smtClean="0"/>
              <a:t> </a:t>
            </a:r>
            <a:r>
              <a:rPr lang="en-US" baseline="0" dirty="0" err="1" smtClean="0"/>
              <a:t>tâm</a:t>
            </a:r>
            <a:r>
              <a:rPr lang="en-US" baseline="0" dirty="0" smtClean="0"/>
              <a:t>.</a:t>
            </a:r>
          </a:p>
          <a:p>
            <a:r>
              <a:rPr lang="en-US" baseline="0" dirty="0" err="1" smtClean="0"/>
              <a:t>Đầu</a:t>
            </a:r>
            <a:r>
              <a:rPr lang="en-US" baseline="0" dirty="0" smtClean="0"/>
              <a:t> </a:t>
            </a:r>
            <a:r>
              <a:rPr lang="en-US" baseline="0" dirty="0" err="1" smtClean="0"/>
              <a:t>ra</a:t>
            </a:r>
            <a:r>
              <a:rPr lang="en-US" baseline="0" dirty="0" smtClean="0"/>
              <a:t> </a:t>
            </a:r>
            <a:r>
              <a:rPr lang="en-US" baseline="0" dirty="0" err="1" smtClean="0"/>
              <a:t>là</a:t>
            </a:r>
            <a:r>
              <a:rPr lang="en-US" baseline="0" dirty="0" smtClean="0"/>
              <a:t> </a:t>
            </a:r>
            <a:r>
              <a:rPr lang="en-US" baseline="0" dirty="0" err="1" smtClean="0"/>
              <a:t>ảnh</a:t>
            </a:r>
            <a:r>
              <a:rPr lang="en-US" baseline="0" dirty="0" smtClean="0"/>
              <a:t> </a:t>
            </a:r>
            <a:r>
              <a:rPr lang="en-US" baseline="0" dirty="0" err="1" smtClean="0"/>
              <a:t>kiện</a:t>
            </a:r>
            <a:r>
              <a:rPr lang="en-US" baseline="0" dirty="0" smtClean="0"/>
              <a:t> </a:t>
            </a:r>
            <a:r>
              <a:rPr lang="en-US" baseline="0" dirty="0" err="1" smtClean="0"/>
              <a:t>báo</a:t>
            </a:r>
            <a:r>
              <a:rPr lang="en-US" baseline="0" dirty="0" smtClean="0"/>
              <a:t> </a:t>
            </a:r>
            <a:r>
              <a:rPr lang="en-US" baseline="0" dirty="0" err="1" smtClean="0"/>
              <a:t>trạng</a:t>
            </a:r>
            <a:r>
              <a:rPr lang="en-US" baseline="0" dirty="0" smtClean="0"/>
              <a:t> </a:t>
            </a:r>
            <a:r>
              <a:rPr lang="en-US" baseline="0" dirty="0" err="1" smtClean="0"/>
              <a:t>thái</a:t>
            </a:r>
            <a:r>
              <a:rPr lang="en-US" baseline="0" dirty="0" smtClean="0"/>
              <a:t> OK hay NG, </a:t>
            </a:r>
            <a:r>
              <a:rPr lang="en-US" baseline="0" dirty="0" err="1" smtClean="0"/>
              <a:t>ảnh</a:t>
            </a:r>
            <a:r>
              <a:rPr lang="en-US" baseline="0" dirty="0" smtClean="0"/>
              <a:t> </a:t>
            </a:r>
            <a:r>
              <a:rPr lang="en-US" baseline="0" dirty="0" err="1" smtClean="0"/>
              <a:t>có</a:t>
            </a:r>
            <a:r>
              <a:rPr lang="en-US" baseline="0" dirty="0" smtClean="0"/>
              <a:t> bonding box </a:t>
            </a:r>
            <a:r>
              <a:rPr lang="en-US" baseline="0" dirty="0" err="1" smtClean="0"/>
              <a:t>dánh</a:t>
            </a:r>
            <a:r>
              <a:rPr lang="en-US" baseline="0" dirty="0" smtClean="0"/>
              <a:t> </a:t>
            </a:r>
            <a:r>
              <a:rPr lang="en-US" baseline="0" dirty="0" err="1" smtClean="0"/>
              <a:t>sách</a:t>
            </a:r>
            <a:r>
              <a:rPr lang="en-US" baseline="0" dirty="0" smtClean="0"/>
              <a:t> </a:t>
            </a:r>
            <a:r>
              <a:rPr lang="en-US" baseline="0" dirty="0" err="1" smtClean="0"/>
              <a:t>lỗi</a:t>
            </a:r>
            <a:r>
              <a:rPr lang="en-US" baseline="0" dirty="0" smtClean="0"/>
              <a:t>, file </a:t>
            </a:r>
            <a:r>
              <a:rPr lang="en-US" baseline="0" dirty="0" err="1" smtClean="0"/>
              <a:t>báo</a:t>
            </a:r>
            <a:r>
              <a:rPr lang="en-US" baseline="0" dirty="0" smtClean="0"/>
              <a:t> </a:t>
            </a:r>
            <a:r>
              <a:rPr lang="en-US" baseline="0" dirty="0" err="1" smtClean="0"/>
              <a:t>cáo</a:t>
            </a:r>
            <a:r>
              <a:rPr lang="en-US" baseline="0" dirty="0" smtClean="0"/>
              <a:t>.</a:t>
            </a:r>
          </a:p>
        </p:txBody>
      </p:sp>
      <p:sp>
        <p:nvSpPr>
          <p:cNvPr id="4" name="Slide Number Placeholder 3"/>
          <p:cNvSpPr>
            <a:spLocks noGrp="1"/>
          </p:cNvSpPr>
          <p:nvPr>
            <p:ph type="sldNum" sz="quarter" idx="10"/>
          </p:nvPr>
        </p:nvSpPr>
        <p:spPr/>
        <p:txBody>
          <a:bodyPr/>
          <a:lstStyle/>
          <a:p>
            <a:fld id="{0A8C4EAE-1E45-4D3A-B37B-EFD47784976C}" type="slidenum">
              <a:rPr lang="en-US" smtClean="0"/>
              <a:t>10</a:t>
            </a:fld>
            <a:endParaRPr lang="en-US"/>
          </a:p>
        </p:txBody>
      </p:sp>
    </p:spTree>
    <p:extLst>
      <p:ext uri="{BB962C8B-B14F-4D97-AF65-F5344CB8AC3E}">
        <p14:creationId xmlns:p14="http://schemas.microsoft.com/office/powerpoint/2010/main" val="26967176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Thì</a:t>
            </a:r>
            <a:r>
              <a:rPr lang="en-US" baseline="0" dirty="0" smtClean="0"/>
              <a:t> </a:t>
            </a:r>
            <a:r>
              <a:rPr lang="en-US" baseline="0" dirty="0" err="1" smtClean="0"/>
              <a:t>luồng</a:t>
            </a:r>
            <a:r>
              <a:rPr lang="en-US" baseline="0" dirty="0" smtClean="0"/>
              <a:t> </a:t>
            </a:r>
            <a:r>
              <a:rPr lang="en-US" baseline="0" dirty="0" err="1" smtClean="0"/>
              <a:t>xử</a:t>
            </a:r>
            <a:r>
              <a:rPr lang="en-US" baseline="0" dirty="0" smtClean="0"/>
              <a:t> </a:t>
            </a:r>
            <a:r>
              <a:rPr lang="en-US" baseline="0" dirty="0" err="1" smtClean="0"/>
              <a:t>lí</a:t>
            </a:r>
            <a:r>
              <a:rPr lang="en-US" baseline="0" dirty="0" smtClean="0"/>
              <a:t> </a:t>
            </a:r>
            <a:r>
              <a:rPr lang="en-US" baseline="0" dirty="0" err="1" smtClean="0"/>
              <a:t>của</a:t>
            </a:r>
            <a:r>
              <a:rPr lang="en-US" baseline="0" dirty="0" smtClean="0"/>
              <a:t> </a:t>
            </a:r>
            <a:r>
              <a:rPr lang="en-US" baseline="0" dirty="0" err="1" smtClean="0"/>
              <a:t>thuật</a:t>
            </a:r>
            <a:r>
              <a:rPr lang="en-US" baseline="0" dirty="0" smtClean="0"/>
              <a:t> </a:t>
            </a:r>
            <a:r>
              <a:rPr lang="en-US" baseline="0" dirty="0" err="1" smtClean="0"/>
              <a:t>toán</a:t>
            </a:r>
            <a:r>
              <a:rPr lang="en-US" baseline="0" dirty="0" smtClean="0"/>
              <a:t> </a:t>
            </a:r>
            <a:r>
              <a:rPr lang="en-US" baseline="0" dirty="0" err="1" smtClean="0"/>
              <a:t>gồm</a:t>
            </a:r>
            <a:r>
              <a:rPr lang="en-US" baseline="0" dirty="0" smtClean="0"/>
              <a:t> 3 </a:t>
            </a:r>
            <a:r>
              <a:rPr lang="en-US" baseline="0" dirty="0" err="1" smtClean="0"/>
              <a:t>giai</a:t>
            </a:r>
            <a:r>
              <a:rPr lang="en-US" baseline="0" dirty="0" smtClean="0"/>
              <a:t> </a:t>
            </a:r>
            <a:r>
              <a:rPr lang="en-US" baseline="0" dirty="0" err="1" smtClean="0"/>
              <a:t>đoạn</a:t>
            </a:r>
            <a:r>
              <a:rPr lang="en-US" baseline="0" dirty="0" smtClean="0"/>
              <a:t>,</a:t>
            </a:r>
          </a:p>
          <a:p>
            <a:r>
              <a:rPr lang="en-US" baseline="0" dirty="0" smtClean="0"/>
              <a:t>1. </a:t>
            </a:r>
            <a:r>
              <a:rPr lang="en-US" baseline="0" dirty="0" err="1" smtClean="0"/>
              <a:t>Tiền</a:t>
            </a:r>
            <a:r>
              <a:rPr lang="en-US" baseline="0" dirty="0" smtClean="0"/>
              <a:t> </a:t>
            </a:r>
            <a:r>
              <a:rPr lang="en-US" baseline="0" dirty="0" err="1" smtClean="0"/>
              <a:t>sử</a:t>
            </a:r>
            <a:r>
              <a:rPr lang="en-US" baseline="0" dirty="0" smtClean="0"/>
              <a:t> </a:t>
            </a:r>
            <a:r>
              <a:rPr lang="en-US" baseline="0" dirty="0" err="1" smtClean="0"/>
              <a:t>lí</a:t>
            </a:r>
            <a:r>
              <a:rPr lang="en-US" baseline="0" dirty="0" smtClean="0"/>
              <a:t>, </a:t>
            </a:r>
            <a:r>
              <a:rPr lang="en-US" baseline="0" dirty="0" err="1" smtClean="0"/>
              <a:t>trích</a:t>
            </a:r>
            <a:r>
              <a:rPr lang="en-US" baseline="0" dirty="0" smtClean="0"/>
              <a:t> </a:t>
            </a:r>
            <a:r>
              <a:rPr lang="en-US" baseline="0" dirty="0" err="1" smtClean="0"/>
              <a:t>xuất</a:t>
            </a:r>
            <a:r>
              <a:rPr lang="en-US" baseline="0" dirty="0" smtClean="0"/>
              <a:t> </a:t>
            </a:r>
            <a:r>
              <a:rPr lang="en-US" baseline="0" dirty="0" err="1" smtClean="0"/>
              <a:t>vùng</a:t>
            </a:r>
            <a:r>
              <a:rPr lang="en-US" baseline="0" dirty="0" smtClean="0"/>
              <a:t> </a:t>
            </a:r>
            <a:r>
              <a:rPr lang="en-US" baseline="0" dirty="0" err="1" smtClean="0"/>
              <a:t>trung</a:t>
            </a:r>
            <a:r>
              <a:rPr lang="en-US" baseline="0" dirty="0" smtClean="0"/>
              <a:t> </a:t>
            </a:r>
            <a:r>
              <a:rPr lang="en-US" baseline="0" dirty="0" err="1" smtClean="0"/>
              <a:t>tâm</a:t>
            </a:r>
            <a:r>
              <a:rPr lang="en-US" baseline="0" dirty="0" smtClean="0"/>
              <a:t>, </a:t>
            </a:r>
            <a:r>
              <a:rPr lang="en-US" baseline="0" dirty="0" err="1" smtClean="0"/>
              <a:t>chuyển</a:t>
            </a:r>
            <a:r>
              <a:rPr lang="en-US" baseline="0" dirty="0" smtClean="0"/>
              <a:t> sang </a:t>
            </a:r>
            <a:r>
              <a:rPr lang="en-US" baseline="0" dirty="0" err="1" smtClean="0"/>
              <a:t>ảnh</a:t>
            </a:r>
            <a:r>
              <a:rPr lang="en-US" baseline="0" dirty="0" smtClean="0"/>
              <a:t> </a:t>
            </a:r>
            <a:r>
              <a:rPr lang="en-US" baseline="0" dirty="0" err="1" smtClean="0"/>
              <a:t>xám</a:t>
            </a:r>
            <a:r>
              <a:rPr lang="en-US" baseline="0" dirty="0" smtClean="0"/>
              <a:t>, </a:t>
            </a:r>
            <a:r>
              <a:rPr lang="en-US" baseline="0" dirty="0" err="1" smtClean="0"/>
              <a:t>lọc</a:t>
            </a:r>
            <a:r>
              <a:rPr lang="en-US" baseline="0" dirty="0" smtClean="0"/>
              <a:t> </a:t>
            </a:r>
            <a:r>
              <a:rPr lang="en-US" baseline="0" dirty="0" err="1" smtClean="0"/>
              <a:t>nhiễu</a:t>
            </a:r>
            <a:endParaRPr lang="en-US" baseline="0" dirty="0" smtClean="0"/>
          </a:p>
          <a:p>
            <a:r>
              <a:rPr lang="en-US" dirty="0" smtClean="0"/>
              <a:t>2. </a:t>
            </a:r>
            <a:r>
              <a:rPr lang="en-US" dirty="0" err="1" smtClean="0"/>
              <a:t>Sau</a:t>
            </a:r>
            <a:r>
              <a:rPr lang="en-US" baseline="0" dirty="0" smtClean="0"/>
              <a:t> </a:t>
            </a:r>
            <a:r>
              <a:rPr lang="en-US" baseline="0" dirty="0" err="1" smtClean="0"/>
              <a:t>đó</a:t>
            </a:r>
            <a:r>
              <a:rPr lang="en-US" baseline="0" dirty="0" smtClean="0"/>
              <a:t> </a:t>
            </a:r>
            <a:r>
              <a:rPr lang="en-US" baseline="0" dirty="0" err="1" smtClean="0"/>
              <a:t>quét</a:t>
            </a:r>
            <a:r>
              <a:rPr lang="en-US" baseline="0" dirty="0" smtClean="0"/>
              <a:t> qua </a:t>
            </a:r>
            <a:r>
              <a:rPr lang="en-US" baseline="0" dirty="0" err="1" smtClean="0"/>
              <a:t>từng</a:t>
            </a:r>
            <a:r>
              <a:rPr lang="en-US" baseline="0" dirty="0" smtClean="0"/>
              <a:t> </a:t>
            </a:r>
            <a:r>
              <a:rPr lang="en-US" baseline="0" dirty="0" err="1" smtClean="0"/>
              <a:t>linh</a:t>
            </a:r>
            <a:r>
              <a:rPr lang="en-US" baseline="0" dirty="0" smtClean="0"/>
              <a:t> </a:t>
            </a:r>
            <a:r>
              <a:rPr lang="en-US" baseline="0" dirty="0" err="1" smtClean="0"/>
              <a:t>kiện</a:t>
            </a:r>
            <a:r>
              <a:rPr lang="en-US" baseline="0" dirty="0" smtClean="0"/>
              <a:t> </a:t>
            </a:r>
            <a:r>
              <a:rPr lang="en-US" baseline="0" dirty="0" err="1" smtClean="0"/>
              <a:t>xem</a:t>
            </a:r>
            <a:r>
              <a:rPr lang="en-US" baseline="0" dirty="0" smtClean="0"/>
              <a:t> </a:t>
            </a:r>
            <a:r>
              <a:rPr lang="en-US" baseline="0" dirty="0" err="1" smtClean="0"/>
              <a:t>các</a:t>
            </a:r>
            <a:r>
              <a:rPr lang="en-US" baseline="0" dirty="0" smtClean="0"/>
              <a:t> </a:t>
            </a:r>
            <a:r>
              <a:rPr lang="en-US" baseline="0" dirty="0" err="1" smtClean="0"/>
              <a:t>ngưỡng</a:t>
            </a:r>
            <a:r>
              <a:rPr lang="en-US" baseline="0" dirty="0" smtClean="0"/>
              <a:t> </a:t>
            </a:r>
            <a:r>
              <a:rPr lang="en-US" baseline="0" dirty="0" err="1" smtClean="0"/>
              <a:t>sau</a:t>
            </a:r>
            <a:r>
              <a:rPr lang="en-US" baseline="0" dirty="0" smtClean="0"/>
              <a:t> </a:t>
            </a:r>
            <a:r>
              <a:rPr lang="en-US" baseline="0" dirty="0" err="1" smtClean="0"/>
              <a:t>đó</a:t>
            </a:r>
            <a:r>
              <a:rPr lang="en-US" baseline="0" dirty="0" smtClean="0"/>
              <a:t> </a:t>
            </a:r>
            <a:r>
              <a:rPr lang="en-US" baseline="0" dirty="0" err="1" smtClean="0"/>
              <a:t>ra</a:t>
            </a:r>
            <a:r>
              <a:rPr lang="en-US" baseline="0" dirty="0" smtClean="0"/>
              <a:t> </a:t>
            </a:r>
            <a:r>
              <a:rPr lang="en-US" baseline="0" dirty="0" err="1" smtClean="0"/>
              <a:t>quyết</a:t>
            </a:r>
            <a:r>
              <a:rPr lang="en-US" baseline="0" dirty="0" smtClean="0"/>
              <a:t> </a:t>
            </a:r>
            <a:r>
              <a:rPr lang="en-US" baseline="0" dirty="0" err="1" smtClean="0"/>
              <a:t>định</a:t>
            </a:r>
            <a:r>
              <a:rPr lang="en-US" baseline="0" dirty="0" smtClean="0"/>
              <a:t> </a:t>
            </a:r>
            <a:r>
              <a:rPr lang="en-US" baseline="0" dirty="0" err="1" smtClean="0"/>
              <a:t>là</a:t>
            </a:r>
            <a:r>
              <a:rPr lang="en-US" baseline="0" dirty="0" smtClean="0"/>
              <a:t> OK hay </a:t>
            </a:r>
            <a:r>
              <a:rPr lang="en-US" baseline="0" dirty="0" err="1" smtClean="0"/>
              <a:t>không</a:t>
            </a:r>
            <a:r>
              <a:rPr lang="en-US" baseline="0" dirty="0" smtClean="0"/>
              <a:t>.</a:t>
            </a:r>
          </a:p>
          <a:p>
            <a:r>
              <a:rPr lang="en-US" baseline="0" dirty="0" smtClean="0"/>
              <a:t>3. </a:t>
            </a:r>
            <a:r>
              <a:rPr lang="en-US" baseline="0" dirty="0" err="1" smtClean="0"/>
              <a:t>tổng</a:t>
            </a:r>
            <a:r>
              <a:rPr lang="en-US" baseline="0" dirty="0" smtClean="0"/>
              <a:t> </a:t>
            </a:r>
            <a:r>
              <a:rPr lang="en-US" baseline="0" dirty="0" err="1" smtClean="0"/>
              <a:t>hơp</a:t>
            </a:r>
            <a:r>
              <a:rPr lang="en-US" baseline="0" dirty="0" smtClean="0"/>
              <a:t> </a:t>
            </a:r>
            <a:r>
              <a:rPr lang="en-US" baseline="0" dirty="0" err="1" smtClean="0"/>
              <a:t>đánh</a:t>
            </a:r>
            <a:r>
              <a:rPr lang="en-US" baseline="0" dirty="0" smtClean="0"/>
              <a:t> </a:t>
            </a:r>
            <a:r>
              <a:rPr lang="en-US" baseline="0" dirty="0" err="1" smtClean="0"/>
              <a:t>giá</a:t>
            </a:r>
            <a:r>
              <a:rPr lang="en-US" baseline="0" dirty="0" smtClean="0"/>
              <a:t> </a:t>
            </a:r>
            <a:r>
              <a:rPr lang="en-US" baseline="0" dirty="0" err="1" smtClean="0"/>
              <a:t>tổng</a:t>
            </a:r>
            <a:r>
              <a:rPr lang="en-US" baseline="0" dirty="0" smtClean="0"/>
              <a:t> </a:t>
            </a:r>
            <a:r>
              <a:rPr lang="en-US" baseline="0" dirty="0" err="1" smtClean="0"/>
              <a:t>thể</a:t>
            </a:r>
            <a:r>
              <a:rPr lang="en-US" baseline="0" dirty="0" smtClean="0"/>
              <a:t> </a:t>
            </a:r>
            <a:r>
              <a:rPr lang="en-US" baseline="0" dirty="0" err="1" smtClean="0"/>
              <a:t>bo</a:t>
            </a:r>
            <a:r>
              <a:rPr lang="en-US" baseline="0" dirty="0" smtClean="0"/>
              <a:t> </a:t>
            </a:r>
            <a:r>
              <a:rPr lang="en-US" baseline="0" dirty="0" err="1" smtClean="0"/>
              <a:t>mạch</a:t>
            </a:r>
            <a:r>
              <a:rPr lang="en-US" baseline="0" dirty="0" smtClean="0"/>
              <a:t>, </a:t>
            </a:r>
            <a:r>
              <a:rPr lang="en-US" baseline="0" dirty="0" err="1" smtClean="0"/>
              <a:t>thống</a:t>
            </a:r>
            <a:r>
              <a:rPr lang="en-US" baseline="0" dirty="0" smtClean="0"/>
              <a:t> </a:t>
            </a:r>
            <a:r>
              <a:rPr lang="en-US" baseline="0" dirty="0" err="1" smtClean="0"/>
              <a:t>kê</a:t>
            </a:r>
            <a:r>
              <a:rPr lang="en-US" baseline="0" dirty="0" smtClean="0"/>
              <a:t> </a:t>
            </a:r>
            <a:r>
              <a:rPr lang="en-US" baseline="0" dirty="0" err="1" smtClean="0"/>
              <a:t>toạ</a:t>
            </a:r>
            <a:r>
              <a:rPr lang="en-US" baseline="0" dirty="0" smtClean="0"/>
              <a:t> </a:t>
            </a:r>
            <a:r>
              <a:rPr lang="en-US" baseline="0" dirty="0" err="1" smtClean="0"/>
              <a:t>độ</a:t>
            </a:r>
            <a:r>
              <a:rPr lang="en-US" baseline="0" dirty="0" smtClean="0"/>
              <a:t> </a:t>
            </a:r>
            <a:r>
              <a:rPr lang="en-US" baseline="0" dirty="0" err="1" smtClean="0"/>
              <a:t>lỗi</a:t>
            </a:r>
            <a:r>
              <a:rPr lang="en-US" baseline="0" dirty="0" smtClean="0"/>
              <a:t> </a:t>
            </a:r>
            <a:r>
              <a:rPr lang="en-US" baseline="0" dirty="0" err="1" smtClean="0"/>
              <a:t>và</a:t>
            </a:r>
            <a:r>
              <a:rPr lang="en-US" baseline="0" dirty="0" smtClean="0"/>
              <a:t> </a:t>
            </a:r>
            <a:r>
              <a:rPr lang="en-US" baseline="0" dirty="0" err="1" smtClean="0"/>
              <a:t>động</a:t>
            </a:r>
            <a:r>
              <a:rPr lang="en-US" baseline="0" dirty="0" smtClean="0"/>
              <a:t> </a:t>
            </a:r>
            <a:r>
              <a:rPr lang="en-US" baseline="0" dirty="0" err="1" smtClean="0"/>
              <a:t>xuất</a:t>
            </a:r>
            <a:r>
              <a:rPr lang="en-US" baseline="0" dirty="0" smtClean="0"/>
              <a:t> </a:t>
            </a:r>
            <a:r>
              <a:rPr lang="en-US" baseline="0" dirty="0" err="1" smtClean="0"/>
              <a:t>báo</a:t>
            </a:r>
            <a:r>
              <a:rPr lang="en-US" baseline="0" dirty="0" smtClean="0"/>
              <a:t> </a:t>
            </a:r>
            <a:r>
              <a:rPr lang="en-US" baseline="0" dirty="0" err="1" smtClean="0"/>
              <a:t>cáo</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0A8C4EAE-1E45-4D3A-B37B-EFD47784976C}" type="slidenum">
              <a:rPr lang="en-US" smtClean="0"/>
              <a:t>11</a:t>
            </a:fld>
            <a:endParaRPr lang="en-US"/>
          </a:p>
        </p:txBody>
      </p:sp>
    </p:spTree>
    <p:extLst>
      <p:ext uri="{BB962C8B-B14F-4D97-AF65-F5344CB8AC3E}">
        <p14:creationId xmlns:p14="http://schemas.microsoft.com/office/powerpoint/2010/main" val="3310702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Hình</a:t>
            </a:r>
            <a:r>
              <a:rPr lang="en-US" baseline="0" dirty="0" smtClean="0"/>
              <a:t> </a:t>
            </a:r>
            <a:r>
              <a:rPr lang="en-US" baseline="0" dirty="0" err="1" smtClean="0"/>
              <a:t>bên</a:t>
            </a:r>
            <a:r>
              <a:rPr lang="en-US" baseline="0" dirty="0" smtClean="0"/>
              <a:t> </a:t>
            </a:r>
            <a:r>
              <a:rPr lang="en-US" baseline="0" dirty="0" err="1" smtClean="0"/>
              <a:t>phải</a:t>
            </a:r>
            <a:r>
              <a:rPr lang="en-US" baseline="0" dirty="0" smtClean="0"/>
              <a:t> </a:t>
            </a:r>
            <a:r>
              <a:rPr lang="en-US" baseline="0" dirty="0" err="1" smtClean="0"/>
              <a:t>là</a:t>
            </a:r>
            <a:r>
              <a:rPr lang="en-US" baseline="0" dirty="0" smtClean="0"/>
              <a:t> </a:t>
            </a:r>
            <a:r>
              <a:rPr lang="en-US" baseline="0" dirty="0" err="1" smtClean="0"/>
              <a:t>kết</a:t>
            </a:r>
            <a:r>
              <a:rPr lang="en-US" baseline="0" dirty="0" smtClean="0"/>
              <a:t> </a:t>
            </a:r>
            <a:r>
              <a:rPr lang="en-US" baseline="0" dirty="0" err="1" smtClean="0"/>
              <a:t>quả</a:t>
            </a:r>
            <a:r>
              <a:rPr lang="en-US" baseline="0" dirty="0" smtClean="0"/>
              <a:t> </a:t>
            </a:r>
            <a:r>
              <a:rPr lang="en-US" baseline="0" dirty="0" err="1" smtClean="0"/>
              <a:t>sau</a:t>
            </a:r>
            <a:r>
              <a:rPr lang="en-US" baseline="0" dirty="0" smtClean="0"/>
              <a:t> </a:t>
            </a:r>
            <a:r>
              <a:rPr lang="en-US" baseline="0" dirty="0" err="1" smtClean="0"/>
              <a:t>khi</a:t>
            </a:r>
            <a:r>
              <a:rPr lang="en-US" baseline="0" dirty="0" smtClean="0"/>
              <a:t> so </a:t>
            </a:r>
            <a:r>
              <a:rPr lang="en-US" baseline="0" dirty="0" err="1" smtClean="0"/>
              <a:t>sánh</a:t>
            </a:r>
            <a:r>
              <a:rPr lang="en-US" baseline="0" dirty="0" smtClean="0"/>
              <a:t> </a:t>
            </a:r>
            <a:r>
              <a:rPr lang="en-US" baseline="0" dirty="0" err="1" smtClean="0"/>
              <a:t>của</a:t>
            </a:r>
            <a:r>
              <a:rPr lang="en-US" baseline="0" dirty="0" smtClean="0"/>
              <a:t> </a:t>
            </a:r>
            <a:r>
              <a:rPr lang="en-US" baseline="0" dirty="0" err="1" smtClean="0"/>
              <a:t>hệ</a:t>
            </a:r>
            <a:r>
              <a:rPr lang="en-US" baseline="0" dirty="0" smtClean="0"/>
              <a:t> </a:t>
            </a:r>
            <a:r>
              <a:rPr lang="en-US" baseline="0" dirty="0" err="1" smtClean="0"/>
              <a:t>thống</a:t>
            </a:r>
            <a:r>
              <a:rPr lang="en-US" baseline="0" dirty="0" smtClean="0"/>
              <a:t>.</a:t>
            </a:r>
          </a:p>
          <a:p>
            <a:r>
              <a:rPr lang="en-US" baseline="0" dirty="0" err="1" smtClean="0"/>
              <a:t>Hình</a:t>
            </a:r>
            <a:r>
              <a:rPr lang="en-US" baseline="0" dirty="0" smtClean="0"/>
              <a:t> </a:t>
            </a:r>
            <a:r>
              <a:rPr lang="en-US" baseline="0" dirty="0" err="1" smtClean="0"/>
              <a:t>phía</a:t>
            </a:r>
            <a:r>
              <a:rPr lang="en-US" baseline="0" dirty="0" smtClean="0"/>
              <a:t> </a:t>
            </a:r>
            <a:r>
              <a:rPr lang="en-US" baseline="0" dirty="0" err="1" smtClean="0"/>
              <a:t>bên</a:t>
            </a:r>
            <a:r>
              <a:rPr lang="en-US" baseline="0" dirty="0" smtClean="0"/>
              <a:t> </a:t>
            </a:r>
            <a:r>
              <a:rPr lang="en-US" baseline="0" dirty="0" err="1" smtClean="0"/>
              <a:t>trái</a:t>
            </a:r>
            <a:r>
              <a:rPr lang="en-US" baseline="0" dirty="0" smtClean="0"/>
              <a:t> </a:t>
            </a:r>
            <a:r>
              <a:rPr lang="en-US" baseline="0" dirty="0" err="1" smtClean="0"/>
              <a:t>là</a:t>
            </a:r>
            <a:r>
              <a:rPr lang="en-US" baseline="0" dirty="0" smtClean="0"/>
              <a:t> </a:t>
            </a:r>
            <a:r>
              <a:rPr lang="en-US" baseline="0" dirty="0" err="1" smtClean="0"/>
              <a:t>hình</a:t>
            </a:r>
            <a:r>
              <a:rPr lang="en-US" baseline="0" dirty="0" smtClean="0"/>
              <a:t> so </a:t>
            </a:r>
            <a:r>
              <a:rPr lang="en-US" baseline="0" dirty="0" err="1" smtClean="0"/>
              <a:t>sánh</a:t>
            </a:r>
            <a:r>
              <a:rPr lang="en-US" baseline="0" dirty="0" smtClean="0"/>
              <a:t> </a:t>
            </a:r>
            <a:r>
              <a:rPr lang="en-US" baseline="0" dirty="0" err="1" smtClean="0"/>
              <a:t>độ</a:t>
            </a:r>
            <a:r>
              <a:rPr lang="en-US" baseline="0" dirty="0" smtClean="0"/>
              <a:t> </a:t>
            </a:r>
            <a:r>
              <a:rPr lang="en-US" baseline="0" dirty="0" err="1" smtClean="0"/>
              <a:t>chính</a:t>
            </a:r>
            <a:r>
              <a:rPr lang="en-US" baseline="0" dirty="0" smtClean="0"/>
              <a:t> </a:t>
            </a:r>
            <a:r>
              <a:rPr lang="en-US" baseline="0" dirty="0" err="1" smtClean="0"/>
              <a:t>xác</a:t>
            </a:r>
            <a:r>
              <a:rPr lang="en-US" baseline="0" dirty="0" smtClean="0"/>
              <a:t> </a:t>
            </a:r>
            <a:r>
              <a:rPr lang="en-US" baseline="0" dirty="0" err="1" smtClean="0"/>
              <a:t>sau</a:t>
            </a:r>
            <a:r>
              <a:rPr lang="en-US" baseline="0" dirty="0" smtClean="0"/>
              <a:t> </a:t>
            </a:r>
            <a:r>
              <a:rPr lang="en-US" baseline="0" dirty="0" err="1" smtClean="0"/>
              <a:t>khi</a:t>
            </a:r>
            <a:r>
              <a:rPr lang="en-US" baseline="0" dirty="0" smtClean="0"/>
              <a:t> </a:t>
            </a:r>
            <a:r>
              <a:rPr lang="en-US" baseline="0" dirty="0" err="1" smtClean="0"/>
              <a:t>thử</a:t>
            </a:r>
            <a:r>
              <a:rPr lang="en-US" baseline="0" dirty="0" smtClean="0"/>
              <a:t> 70 </a:t>
            </a:r>
            <a:r>
              <a:rPr lang="en-US" baseline="0" dirty="0" err="1" smtClean="0"/>
              <a:t>mẫu</a:t>
            </a:r>
            <a:r>
              <a:rPr lang="en-US" baseline="0" dirty="0" smtClean="0"/>
              <a:t>, </a:t>
            </a:r>
            <a:r>
              <a:rPr lang="en-US" baseline="0" dirty="0" err="1" smtClean="0"/>
              <a:t>thì</a:t>
            </a:r>
            <a:r>
              <a:rPr lang="en-US" baseline="0" dirty="0" smtClean="0"/>
              <a:t> </a:t>
            </a:r>
            <a:r>
              <a:rPr lang="en-US" baseline="0" dirty="0" err="1" smtClean="0"/>
              <a:t>mức</a:t>
            </a:r>
            <a:r>
              <a:rPr lang="en-US" baseline="0" dirty="0" smtClean="0"/>
              <a:t> </a:t>
            </a:r>
            <a:r>
              <a:rPr lang="en-US" baseline="0" dirty="0" err="1" smtClean="0"/>
              <a:t>chính</a:t>
            </a:r>
            <a:r>
              <a:rPr lang="en-US" baseline="0" dirty="0" smtClean="0"/>
              <a:t> </a:t>
            </a:r>
            <a:r>
              <a:rPr lang="en-US" baseline="0" dirty="0" err="1" smtClean="0"/>
              <a:t>xác</a:t>
            </a:r>
            <a:r>
              <a:rPr lang="en-US" baseline="0" dirty="0" smtClean="0"/>
              <a:t> </a:t>
            </a:r>
            <a:r>
              <a:rPr lang="en-US" baseline="0" dirty="0" err="1" smtClean="0"/>
              <a:t>trung</a:t>
            </a:r>
            <a:r>
              <a:rPr lang="en-US" baseline="0" dirty="0" smtClean="0"/>
              <a:t> </a:t>
            </a:r>
            <a:r>
              <a:rPr lang="en-US" baseline="0" dirty="0" err="1" smtClean="0"/>
              <a:t>bình</a:t>
            </a:r>
            <a:r>
              <a:rPr lang="en-US" baseline="0" dirty="0" smtClean="0"/>
              <a:t> </a:t>
            </a:r>
            <a:r>
              <a:rPr lang="en-US" baseline="0" dirty="0" err="1" smtClean="0"/>
              <a:t>khoảng</a:t>
            </a:r>
            <a:r>
              <a:rPr lang="en-US" baseline="0" dirty="0" smtClean="0"/>
              <a:t> 82.23%	</a:t>
            </a:r>
            <a:endParaRPr lang="en-US" dirty="0"/>
          </a:p>
        </p:txBody>
      </p:sp>
      <p:sp>
        <p:nvSpPr>
          <p:cNvPr id="4" name="Slide Number Placeholder 3"/>
          <p:cNvSpPr>
            <a:spLocks noGrp="1"/>
          </p:cNvSpPr>
          <p:nvPr>
            <p:ph type="sldNum" sz="quarter" idx="10"/>
          </p:nvPr>
        </p:nvSpPr>
        <p:spPr/>
        <p:txBody>
          <a:bodyPr/>
          <a:lstStyle/>
          <a:p>
            <a:fld id="{0A8C4EAE-1E45-4D3A-B37B-EFD47784976C}" type="slidenum">
              <a:rPr lang="en-US" smtClean="0"/>
              <a:t>12</a:t>
            </a:fld>
            <a:endParaRPr lang="en-US"/>
          </a:p>
        </p:txBody>
      </p:sp>
    </p:spTree>
    <p:extLst>
      <p:ext uri="{BB962C8B-B14F-4D97-AF65-F5344CB8AC3E}">
        <p14:creationId xmlns:p14="http://schemas.microsoft.com/office/powerpoint/2010/main" val="1246555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70683" y="1028700"/>
            <a:ext cx="4588617" cy="1320759"/>
          </a:xfrm>
          <a:custGeom>
            <a:avLst/>
            <a:gdLst/>
            <a:ahLst/>
            <a:cxnLst/>
            <a:rect l="l" t="t" r="r" b="b"/>
            <a:pathLst>
              <a:path w="4588617" h="1320759">
                <a:moveTo>
                  <a:pt x="0" y="0"/>
                </a:moveTo>
                <a:lnTo>
                  <a:pt x="4588617" y="0"/>
                </a:lnTo>
                <a:lnTo>
                  <a:pt x="4588617" y="1320759"/>
                </a:lnTo>
                <a:lnTo>
                  <a:pt x="0" y="1320759"/>
                </a:lnTo>
                <a:lnTo>
                  <a:pt x="0" y="0"/>
                </a:lnTo>
                <a:close/>
              </a:path>
            </a:pathLst>
          </a:custGeom>
          <a:blipFill>
            <a:blip r:embed="rId3"/>
            <a:stretch>
              <a:fillRect/>
            </a:stretch>
          </a:blipFill>
        </p:spPr>
      </p:sp>
      <p:sp>
        <p:nvSpPr>
          <p:cNvPr id="3" name="Freeform 3"/>
          <p:cNvSpPr/>
          <p:nvPr/>
        </p:nvSpPr>
        <p:spPr>
          <a:xfrm>
            <a:off x="1088407" y="425142"/>
            <a:ext cx="2096704" cy="1924317"/>
          </a:xfrm>
          <a:custGeom>
            <a:avLst/>
            <a:gdLst/>
            <a:ahLst/>
            <a:cxnLst/>
            <a:rect l="l" t="t" r="r" b="b"/>
            <a:pathLst>
              <a:path w="2096704" h="1924317">
                <a:moveTo>
                  <a:pt x="0" y="0"/>
                </a:moveTo>
                <a:lnTo>
                  <a:pt x="2096704" y="0"/>
                </a:lnTo>
                <a:lnTo>
                  <a:pt x="2096704" y="1924317"/>
                </a:lnTo>
                <a:lnTo>
                  <a:pt x="0" y="1924317"/>
                </a:lnTo>
                <a:lnTo>
                  <a:pt x="0" y="0"/>
                </a:lnTo>
                <a:close/>
              </a:path>
            </a:pathLst>
          </a:custGeom>
          <a:blipFill>
            <a:blip r:embed="rId4"/>
            <a:stretch>
              <a:fillRect/>
            </a:stretch>
          </a:blipFill>
        </p:spPr>
      </p:sp>
      <p:grpSp>
        <p:nvGrpSpPr>
          <p:cNvPr id="4" name="Group 4"/>
          <p:cNvGrpSpPr/>
          <p:nvPr/>
        </p:nvGrpSpPr>
        <p:grpSpPr>
          <a:xfrm>
            <a:off x="12941173" y="6747180"/>
            <a:ext cx="4035587" cy="626850"/>
            <a:chOff x="0" y="0"/>
            <a:chExt cx="5380783" cy="835801"/>
          </a:xfrm>
        </p:grpSpPr>
        <p:sp>
          <p:nvSpPr>
            <p:cNvPr id="5" name="TextBox 5"/>
            <p:cNvSpPr txBox="1"/>
            <p:nvPr/>
          </p:nvSpPr>
          <p:spPr>
            <a:xfrm>
              <a:off x="0" y="257104"/>
              <a:ext cx="5380783" cy="578697"/>
            </a:xfrm>
            <a:prstGeom prst="rect">
              <a:avLst/>
            </a:prstGeom>
          </p:spPr>
          <p:txBody>
            <a:bodyPr lIns="0" tIns="0" rIns="0" bIns="0" rtlCol="0" anchor="t">
              <a:spAutoFit/>
            </a:bodyPr>
            <a:lstStyle/>
            <a:p>
              <a:pPr marL="0" lvl="0" indent="0" algn="l">
                <a:lnSpc>
                  <a:spcPts val="3639"/>
                </a:lnSpc>
              </a:pPr>
              <a:r>
                <a:rPr lang="en-US" sz="2599" b="1">
                  <a:solidFill>
                    <a:srgbClr val="000000"/>
                  </a:solidFill>
                  <a:latin typeface="Open Sans Bold"/>
                  <a:ea typeface="Open Sans Bold"/>
                  <a:cs typeface="Open Sans Bold"/>
                  <a:sym typeface="Open Sans Bold"/>
                </a:rPr>
                <a:t>Đinh Lâm Quang Tuấn</a:t>
              </a:r>
            </a:p>
          </p:txBody>
        </p:sp>
        <p:sp>
          <p:nvSpPr>
            <p:cNvPr id="6" name="TextBox 6"/>
            <p:cNvSpPr txBox="1"/>
            <p:nvPr/>
          </p:nvSpPr>
          <p:spPr>
            <a:xfrm>
              <a:off x="0" y="-28575"/>
              <a:ext cx="5380783" cy="333375"/>
            </a:xfrm>
            <a:prstGeom prst="rect">
              <a:avLst/>
            </a:prstGeom>
          </p:spPr>
          <p:txBody>
            <a:bodyPr lIns="0" tIns="0" rIns="0" bIns="0" rtlCol="0" anchor="t">
              <a:spAutoFit/>
            </a:bodyPr>
            <a:lstStyle/>
            <a:p>
              <a:pPr marL="0" lvl="0" indent="0" algn="l">
                <a:lnSpc>
                  <a:spcPts val="2100"/>
                </a:lnSpc>
              </a:pPr>
              <a:r>
                <a:rPr lang="en-US" sz="1500" spc="75">
                  <a:solidFill>
                    <a:srgbClr val="000000"/>
                  </a:solidFill>
                  <a:latin typeface="Open Sans"/>
                  <a:ea typeface="Open Sans"/>
                  <a:cs typeface="Open Sans"/>
                  <a:sym typeface="Open Sans"/>
                </a:rPr>
                <a:t>HỌC VÀ TÊN SINH VIÊN:</a:t>
              </a:r>
            </a:p>
          </p:txBody>
        </p:sp>
      </p:grpSp>
      <p:grpSp>
        <p:nvGrpSpPr>
          <p:cNvPr id="7" name="Group 7"/>
          <p:cNvGrpSpPr/>
          <p:nvPr/>
        </p:nvGrpSpPr>
        <p:grpSpPr>
          <a:xfrm>
            <a:off x="12941173" y="7583291"/>
            <a:ext cx="4047637" cy="722100"/>
            <a:chOff x="0" y="0"/>
            <a:chExt cx="5396850" cy="962801"/>
          </a:xfrm>
        </p:grpSpPr>
        <p:sp>
          <p:nvSpPr>
            <p:cNvPr id="8" name="TextBox 8"/>
            <p:cNvSpPr txBox="1"/>
            <p:nvPr/>
          </p:nvSpPr>
          <p:spPr>
            <a:xfrm>
              <a:off x="0" y="384104"/>
              <a:ext cx="5396850" cy="578697"/>
            </a:xfrm>
            <a:prstGeom prst="rect">
              <a:avLst/>
            </a:prstGeom>
          </p:spPr>
          <p:txBody>
            <a:bodyPr lIns="0" tIns="0" rIns="0" bIns="0" rtlCol="0" anchor="t">
              <a:spAutoFit/>
            </a:bodyPr>
            <a:lstStyle/>
            <a:p>
              <a:pPr marL="0" lvl="0" indent="0" algn="l">
                <a:lnSpc>
                  <a:spcPts val="3639"/>
                </a:lnSpc>
              </a:pPr>
              <a:r>
                <a:rPr lang="en-US" sz="2599" b="1" dirty="0" err="1" smtClean="0">
                  <a:solidFill>
                    <a:srgbClr val="000000"/>
                  </a:solidFill>
                  <a:latin typeface="Open Sans Bold"/>
                  <a:ea typeface="Open Sans Bold"/>
                  <a:cs typeface="Open Sans Bold"/>
                  <a:sym typeface="Open Sans Bold"/>
                </a:rPr>
                <a:t>Ths</a:t>
              </a:r>
              <a:r>
                <a:rPr lang="en-US" sz="2599" b="1" dirty="0" smtClean="0">
                  <a:solidFill>
                    <a:srgbClr val="000000"/>
                  </a:solidFill>
                  <a:latin typeface="Open Sans Bold"/>
                  <a:ea typeface="Open Sans Bold"/>
                  <a:cs typeface="Open Sans Bold"/>
                  <a:sym typeface="Open Sans Bold"/>
                </a:rPr>
                <a:t>.</a:t>
              </a:r>
              <a:r>
                <a:rPr lang="en-US" sz="2599" b="1" dirty="0" smtClean="0">
                  <a:solidFill>
                    <a:srgbClr val="000000"/>
                  </a:solidFill>
                  <a:latin typeface="Open Sans Bold"/>
                  <a:ea typeface="Open Sans Bold"/>
                  <a:cs typeface="Open Sans Bold"/>
                  <a:sym typeface="Open Sans Bold"/>
                </a:rPr>
                <a:t> </a:t>
              </a:r>
              <a:r>
                <a:rPr lang="en-US" sz="2599" b="1" dirty="0" err="1" smtClean="0">
                  <a:solidFill>
                    <a:srgbClr val="000000"/>
                  </a:solidFill>
                  <a:latin typeface="Open Sans Bold"/>
                  <a:ea typeface="Open Sans Bold"/>
                  <a:cs typeface="Open Sans Bold"/>
                  <a:sym typeface="Open Sans Bold"/>
                </a:rPr>
                <a:t>Lê</a:t>
              </a:r>
              <a:r>
                <a:rPr lang="en-US" sz="2599" b="1" dirty="0" smtClean="0">
                  <a:solidFill>
                    <a:srgbClr val="000000"/>
                  </a:solidFill>
                  <a:latin typeface="Open Sans Bold"/>
                  <a:ea typeface="Open Sans Bold"/>
                  <a:cs typeface="Open Sans Bold"/>
                  <a:sym typeface="Open Sans Bold"/>
                </a:rPr>
                <a:t> </a:t>
              </a:r>
              <a:r>
                <a:rPr lang="en-US" sz="2599" b="1" dirty="0" err="1">
                  <a:solidFill>
                    <a:srgbClr val="000000"/>
                  </a:solidFill>
                  <a:latin typeface="Open Sans Bold"/>
                  <a:ea typeface="Open Sans Bold"/>
                  <a:cs typeface="Open Sans Bold"/>
                  <a:sym typeface="Open Sans Bold"/>
                </a:rPr>
                <a:t>Trung</a:t>
              </a:r>
              <a:r>
                <a:rPr lang="en-US" sz="2599" b="1" dirty="0">
                  <a:solidFill>
                    <a:srgbClr val="000000"/>
                  </a:solidFill>
                  <a:latin typeface="Open Sans Bold"/>
                  <a:ea typeface="Open Sans Bold"/>
                  <a:cs typeface="Open Sans Bold"/>
                  <a:sym typeface="Open Sans Bold"/>
                </a:rPr>
                <a:t> </a:t>
              </a:r>
              <a:r>
                <a:rPr lang="en-US" sz="2599" b="1" dirty="0" err="1">
                  <a:solidFill>
                    <a:srgbClr val="000000"/>
                  </a:solidFill>
                  <a:latin typeface="Open Sans Bold"/>
                  <a:ea typeface="Open Sans Bold"/>
                  <a:cs typeface="Open Sans Bold"/>
                  <a:sym typeface="Open Sans Bold"/>
                </a:rPr>
                <a:t>khanh</a:t>
              </a:r>
              <a:endParaRPr lang="en-US" sz="2599" b="1" dirty="0">
                <a:solidFill>
                  <a:srgbClr val="000000"/>
                </a:solidFill>
                <a:latin typeface="Open Sans Bold"/>
                <a:ea typeface="Open Sans Bold"/>
                <a:cs typeface="Open Sans Bold"/>
                <a:sym typeface="Open Sans Bold"/>
              </a:endParaRPr>
            </a:p>
          </p:txBody>
        </p:sp>
        <p:sp>
          <p:nvSpPr>
            <p:cNvPr id="9" name="TextBox 9"/>
            <p:cNvSpPr txBox="1"/>
            <p:nvPr/>
          </p:nvSpPr>
          <p:spPr>
            <a:xfrm>
              <a:off x="0" y="-28575"/>
              <a:ext cx="5396850" cy="333375"/>
            </a:xfrm>
            <a:prstGeom prst="rect">
              <a:avLst/>
            </a:prstGeom>
          </p:spPr>
          <p:txBody>
            <a:bodyPr lIns="0" tIns="0" rIns="0" bIns="0" rtlCol="0" anchor="t">
              <a:spAutoFit/>
            </a:bodyPr>
            <a:lstStyle/>
            <a:p>
              <a:pPr marL="0" lvl="0" indent="0" algn="l">
                <a:lnSpc>
                  <a:spcPts val="2100"/>
                </a:lnSpc>
                <a:spcBef>
                  <a:spcPct val="0"/>
                </a:spcBef>
              </a:pPr>
              <a:r>
                <a:rPr lang="en-US" sz="1500" spc="75" dirty="0">
                  <a:solidFill>
                    <a:srgbClr val="000000"/>
                  </a:solidFill>
                  <a:latin typeface="Open Sans"/>
                  <a:ea typeface="Open Sans"/>
                  <a:cs typeface="Open Sans"/>
                  <a:sym typeface="Open Sans"/>
                </a:rPr>
                <a:t>GIẢNG VIÊN HƯỚNG DẪN</a:t>
              </a:r>
            </a:p>
          </p:txBody>
        </p:sp>
      </p:grpSp>
      <p:sp>
        <p:nvSpPr>
          <p:cNvPr id="10" name="TextBox 10"/>
          <p:cNvSpPr txBox="1"/>
          <p:nvPr/>
        </p:nvSpPr>
        <p:spPr>
          <a:xfrm>
            <a:off x="1088407" y="3919598"/>
            <a:ext cx="16111187" cy="2466854"/>
          </a:xfrm>
          <a:prstGeom prst="rect">
            <a:avLst/>
          </a:prstGeom>
        </p:spPr>
        <p:txBody>
          <a:bodyPr lIns="0" tIns="0" rIns="0" bIns="0" rtlCol="0" anchor="t">
            <a:spAutoFit/>
          </a:bodyPr>
          <a:lstStyle/>
          <a:p>
            <a:pPr marL="0" lvl="0" indent="0" algn="ctr">
              <a:lnSpc>
                <a:spcPts val="6497"/>
              </a:lnSpc>
            </a:pPr>
            <a:r>
              <a:rPr lang="en-US" sz="5601" b="1">
                <a:solidFill>
                  <a:srgbClr val="4A44BD"/>
                </a:solidFill>
                <a:latin typeface="Be Vietnam Ultra-Bold"/>
                <a:ea typeface="Be Vietnam Ultra-Bold"/>
                <a:cs typeface="Be Vietnam Ultra-Bold"/>
                <a:sym typeface="Be Vietnam Ultra-Bold"/>
              </a:rPr>
              <a:t>Thiết kế hệ thống kiểm tra chất lượng hàn lắp linh kiện cho dây chuyền SMT</a:t>
            </a:r>
          </a:p>
          <a:p>
            <a:pPr marL="0" lvl="0" indent="0" algn="ctr">
              <a:lnSpc>
                <a:spcPts val="6497"/>
              </a:lnSpc>
            </a:pPr>
            <a:endParaRPr lang="en-US" sz="5601" b="1">
              <a:solidFill>
                <a:srgbClr val="4A44BD"/>
              </a:solidFill>
              <a:latin typeface="Be Vietnam Ultra-Bold"/>
              <a:ea typeface="Be Vietnam Ultra-Bold"/>
              <a:cs typeface="Be Vietnam Ultra-Bold"/>
              <a:sym typeface="Be Vietnam Ultra-Bold"/>
            </a:endParaRPr>
          </a:p>
        </p:txBody>
      </p:sp>
      <p:sp>
        <p:nvSpPr>
          <p:cNvPr id="11" name="TextBox 11"/>
          <p:cNvSpPr txBox="1"/>
          <p:nvPr/>
        </p:nvSpPr>
        <p:spPr>
          <a:xfrm>
            <a:off x="6804362" y="9085580"/>
            <a:ext cx="4679275" cy="580390"/>
          </a:xfrm>
          <a:prstGeom prst="rect">
            <a:avLst/>
          </a:prstGeom>
        </p:spPr>
        <p:txBody>
          <a:bodyPr lIns="0" tIns="0" rIns="0" bIns="0" rtlCol="0" anchor="t">
            <a:spAutoFit/>
          </a:bodyPr>
          <a:lstStyle/>
          <a:p>
            <a:pPr algn="ctr">
              <a:lnSpc>
                <a:spcPts val="4759"/>
              </a:lnSpc>
            </a:pPr>
            <a:r>
              <a:rPr lang="en-US" sz="3399" dirty="0">
                <a:solidFill>
                  <a:srgbClr val="000000"/>
                </a:solidFill>
                <a:latin typeface="Noto Sans"/>
                <a:ea typeface="Noto Sans"/>
                <a:cs typeface="Noto Sans"/>
                <a:sym typeface="Noto Sans"/>
              </a:rPr>
              <a:t>Tp. </a:t>
            </a:r>
            <a:r>
              <a:rPr lang="en-US" sz="3399" dirty="0" err="1">
                <a:solidFill>
                  <a:srgbClr val="000000"/>
                </a:solidFill>
                <a:latin typeface="Noto Sans"/>
                <a:ea typeface="Noto Sans"/>
                <a:cs typeface="Noto Sans"/>
                <a:sym typeface="Noto Sans"/>
              </a:rPr>
              <a:t>Hồ</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Chí</a:t>
            </a:r>
            <a:r>
              <a:rPr lang="en-US" sz="3399" dirty="0">
                <a:solidFill>
                  <a:srgbClr val="000000"/>
                </a:solidFill>
                <a:latin typeface="Noto Sans"/>
                <a:ea typeface="Noto Sans"/>
                <a:cs typeface="Noto Sans"/>
                <a:sym typeface="Noto Sans"/>
              </a:rPr>
              <a:t> Minh - 2026 </a:t>
            </a:r>
          </a:p>
        </p:txBody>
      </p:sp>
      <p:sp>
        <p:nvSpPr>
          <p:cNvPr id="12" name="TextBox 1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1</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2</a:t>
            </a:r>
          </a:p>
        </p:txBody>
      </p:sp>
      <p:sp>
        <p:nvSpPr>
          <p:cNvPr id="3" name="TextBox 3"/>
          <p:cNvSpPr txBox="1"/>
          <p:nvPr/>
        </p:nvSpPr>
        <p:spPr>
          <a:xfrm>
            <a:off x="1028700" y="431800"/>
            <a:ext cx="16099405" cy="866778"/>
          </a:xfrm>
          <a:prstGeom prst="rect">
            <a:avLst/>
          </a:prstGeom>
        </p:spPr>
        <p:txBody>
          <a:bodyPr lIns="0" tIns="0" rIns="0" bIns="0" rtlCol="0" anchor="t">
            <a:spAutoFit/>
          </a:bodyPr>
          <a:lstStyle/>
          <a:p>
            <a:pPr marL="0" lvl="0" indent="0" algn="l">
              <a:lnSpc>
                <a:spcPts val="6600"/>
              </a:lnSpc>
            </a:pPr>
            <a:r>
              <a:rPr lang="en-US" sz="6000" b="1" spc="-120">
                <a:solidFill>
                  <a:srgbClr val="4A44BD"/>
                </a:solidFill>
                <a:latin typeface="Be Vietnam Ultra-Bold"/>
                <a:ea typeface="Be Vietnam Ultra-Bold"/>
                <a:cs typeface="Be Vietnam Ultra-Bold"/>
                <a:sym typeface="Be Vietnam Ultra-Bold"/>
              </a:rPr>
              <a:t>NỘI DUNG BÁO CÁO</a:t>
            </a:r>
          </a:p>
        </p:txBody>
      </p:sp>
      <p:sp>
        <p:nvSpPr>
          <p:cNvPr id="4" name="TextBox 4"/>
          <p:cNvSpPr txBox="1"/>
          <p:nvPr/>
        </p:nvSpPr>
        <p:spPr>
          <a:xfrm>
            <a:off x="1028700" y="1574380"/>
            <a:ext cx="11205405" cy="6985841"/>
          </a:xfrm>
          <a:prstGeom prst="rect">
            <a:avLst/>
          </a:prstGeom>
        </p:spPr>
        <p:txBody>
          <a:bodyPr lIns="0" tIns="0" rIns="0" bIns="0" rtlCol="0" anchor="t">
            <a:spAutoFit/>
          </a:bodyPr>
          <a:lstStyle/>
          <a:p>
            <a:pPr marL="1713610" lvl="1" indent="-856805" algn="l">
              <a:lnSpc>
                <a:spcPts val="11111"/>
              </a:lnSpc>
              <a:buAutoNum type="arabicPeriod"/>
            </a:pPr>
            <a:r>
              <a:rPr lang="en-US" sz="7937">
                <a:solidFill>
                  <a:srgbClr val="000000"/>
                </a:solidFill>
                <a:latin typeface="Be Vietnam"/>
                <a:ea typeface="Be Vietnam"/>
                <a:cs typeface="Be Vietnam"/>
                <a:sym typeface="Be Vietnam"/>
              </a:rPr>
              <a:t>TỔNG QUAN</a:t>
            </a:r>
          </a:p>
          <a:p>
            <a:pPr marL="1713610" lvl="1" indent="-856805" algn="l">
              <a:lnSpc>
                <a:spcPts val="11111"/>
              </a:lnSpc>
              <a:buAutoNum type="arabicPeriod"/>
            </a:pPr>
            <a:r>
              <a:rPr lang="en-US" sz="7937">
                <a:solidFill>
                  <a:srgbClr val="000000"/>
                </a:solidFill>
                <a:latin typeface="Be Vietnam"/>
                <a:ea typeface="Be Vietnam"/>
                <a:cs typeface="Be Vietnam"/>
                <a:sym typeface="Be Vietnam"/>
              </a:rPr>
              <a:t>CƠ SỞ LÝ THUYẾT</a:t>
            </a:r>
          </a:p>
          <a:p>
            <a:pPr marL="1713610" lvl="1" indent="-856805" algn="l">
              <a:lnSpc>
                <a:spcPts val="11111"/>
              </a:lnSpc>
              <a:buAutoNum type="arabicPeriod"/>
            </a:pPr>
            <a:r>
              <a:rPr lang="en-US" sz="7937">
                <a:solidFill>
                  <a:srgbClr val="000000"/>
                </a:solidFill>
                <a:latin typeface="Be Vietnam"/>
                <a:ea typeface="Be Vietnam"/>
                <a:cs typeface="Be Vietnam"/>
                <a:sym typeface="Be Vietnam"/>
              </a:rPr>
              <a:t>THIẾT KẾ HỆ THỐNG</a:t>
            </a:r>
          </a:p>
          <a:p>
            <a:pPr marL="1713610" lvl="1" indent="-856805" algn="l">
              <a:lnSpc>
                <a:spcPts val="11111"/>
              </a:lnSpc>
              <a:buAutoNum type="arabicPeriod"/>
            </a:pPr>
            <a:r>
              <a:rPr lang="en-US" sz="7937">
                <a:solidFill>
                  <a:srgbClr val="000000"/>
                </a:solidFill>
                <a:latin typeface="Be Vietnam"/>
                <a:ea typeface="Be Vietnam"/>
                <a:cs typeface="Be Vietnam"/>
                <a:sym typeface="Be Vietnam"/>
              </a:rPr>
              <a:t>KẾT QUẢ</a:t>
            </a:r>
          </a:p>
          <a:p>
            <a:pPr marL="1713610" lvl="1" indent="-856805" algn="l">
              <a:lnSpc>
                <a:spcPts val="11111"/>
              </a:lnSpc>
              <a:buAutoNum type="arabicPeriod"/>
            </a:pPr>
            <a:r>
              <a:rPr lang="en-US" sz="7937">
                <a:solidFill>
                  <a:srgbClr val="000000"/>
                </a:solidFill>
                <a:latin typeface="Be Vietnam"/>
                <a:ea typeface="Be Vietnam"/>
                <a:cs typeface="Be Vietnam"/>
                <a:sym typeface="Be Vietnam"/>
              </a:rPr>
              <a:t>HƯỚNG PHÁT TRIỂN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57200" y="5172684"/>
            <a:ext cx="16012777" cy="1962076"/>
          </a:xfrm>
          <a:prstGeom prst="rect">
            <a:avLst/>
          </a:prstGeom>
        </p:spPr>
        <p:txBody>
          <a:bodyPr lIns="0" tIns="0" rIns="0" bIns="0" rtlCol="0" anchor="t">
            <a:spAutoFit/>
          </a:bodyPr>
          <a:lstStyle/>
          <a:p>
            <a:pPr marL="779870" lvl="1" indent="-389935" algn="l">
              <a:lnSpc>
                <a:spcPts val="5057"/>
              </a:lnSpc>
              <a:buFont typeface="Arial"/>
              <a:buChar char="•"/>
            </a:pPr>
            <a:r>
              <a:rPr lang="en-US" sz="3612" dirty="0" err="1">
                <a:solidFill>
                  <a:srgbClr val="000000"/>
                </a:solidFill>
                <a:latin typeface="Noto Sans"/>
                <a:ea typeface="Noto Sans"/>
                <a:cs typeface="Noto Sans"/>
                <a:sym typeface="Noto Sans"/>
              </a:rPr>
              <a:t>Tập</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trung</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vào</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phân</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hệ</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phần</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mềm</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thuật</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toán</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sử</a:t>
            </a:r>
            <a:r>
              <a:rPr lang="en-US" sz="3612" dirty="0">
                <a:solidFill>
                  <a:srgbClr val="000000"/>
                </a:solidFill>
                <a:latin typeface="Noto Sans"/>
                <a:ea typeface="Noto Sans"/>
                <a:cs typeface="Noto Sans"/>
                <a:sym typeface="Noto Sans"/>
              </a:rPr>
              <a:t> </a:t>
            </a:r>
            <a:r>
              <a:rPr lang="en-US" sz="3612" dirty="0" err="1" smtClean="0">
                <a:solidFill>
                  <a:srgbClr val="000000"/>
                </a:solidFill>
                <a:latin typeface="Noto Sans"/>
                <a:ea typeface="Noto Sans"/>
                <a:cs typeface="Noto Sans"/>
                <a:sym typeface="Noto Sans"/>
              </a:rPr>
              <a:t>lí</a:t>
            </a:r>
            <a:r>
              <a:rPr lang="en-US" sz="3612" dirty="0" smtClean="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ảnh</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của</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hệ</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thống</a:t>
            </a:r>
            <a:r>
              <a:rPr lang="en-US" sz="3612" dirty="0">
                <a:solidFill>
                  <a:srgbClr val="000000"/>
                </a:solidFill>
                <a:latin typeface="Noto Sans"/>
                <a:ea typeface="Noto Sans"/>
                <a:cs typeface="Noto Sans"/>
                <a:sym typeface="Noto Sans"/>
              </a:rPr>
              <a:t>.</a:t>
            </a:r>
          </a:p>
          <a:p>
            <a:pPr marL="779870" lvl="1" indent="-389935" algn="l">
              <a:lnSpc>
                <a:spcPts val="5057"/>
              </a:lnSpc>
              <a:buFont typeface="Arial"/>
              <a:buChar char="•"/>
            </a:pPr>
            <a:r>
              <a:rPr lang="en-US" sz="3612" dirty="0" err="1" smtClean="0">
                <a:solidFill>
                  <a:srgbClr val="000000"/>
                </a:solidFill>
                <a:latin typeface="Noto Sans"/>
                <a:ea typeface="Noto Sans"/>
                <a:cs typeface="Noto Sans"/>
                <a:sym typeface="Noto Sans"/>
              </a:rPr>
              <a:t>Đầu</a:t>
            </a:r>
            <a:r>
              <a:rPr lang="en-US" sz="3612" dirty="0" smtClean="0">
                <a:solidFill>
                  <a:srgbClr val="000000"/>
                </a:solidFill>
                <a:latin typeface="Noto Sans"/>
                <a:ea typeface="Noto Sans"/>
                <a:cs typeface="Noto Sans"/>
                <a:sym typeface="Noto Sans"/>
              </a:rPr>
              <a:t> </a:t>
            </a:r>
            <a:r>
              <a:rPr lang="en-US" sz="3612" dirty="0" err="1" smtClean="0">
                <a:solidFill>
                  <a:srgbClr val="000000"/>
                </a:solidFill>
                <a:latin typeface="Noto Sans"/>
                <a:ea typeface="Noto Sans"/>
                <a:cs typeface="Noto Sans"/>
                <a:sym typeface="Noto Sans"/>
              </a:rPr>
              <a:t>vào</a:t>
            </a:r>
            <a:r>
              <a:rPr lang="en-US" sz="3612" dirty="0" smtClean="0">
                <a:solidFill>
                  <a:srgbClr val="000000"/>
                </a:solidFill>
                <a:latin typeface="Noto Sans"/>
                <a:ea typeface="Noto Sans"/>
                <a:cs typeface="Noto Sans"/>
                <a:sym typeface="Noto Sans"/>
              </a:rPr>
              <a:t>, </a:t>
            </a:r>
            <a:r>
              <a:rPr lang="en-US" sz="3612" dirty="0" err="1" smtClean="0">
                <a:solidFill>
                  <a:srgbClr val="000000"/>
                </a:solidFill>
                <a:latin typeface="Noto Sans"/>
                <a:ea typeface="Noto Sans"/>
                <a:cs typeface="Noto Sans"/>
                <a:sym typeface="Noto Sans"/>
              </a:rPr>
              <a:t>hình</a:t>
            </a:r>
            <a:r>
              <a:rPr lang="en-US" sz="3612" dirty="0" smtClean="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ảnh</a:t>
            </a:r>
            <a:r>
              <a:rPr lang="en-US" sz="3612" dirty="0">
                <a:solidFill>
                  <a:srgbClr val="000000"/>
                </a:solidFill>
                <a:latin typeface="Noto Sans"/>
                <a:ea typeface="Noto Sans"/>
                <a:cs typeface="Noto Sans"/>
                <a:sym typeface="Noto Sans"/>
              </a:rPr>
              <a:t> 2D </a:t>
            </a:r>
            <a:r>
              <a:rPr lang="en-US" sz="3612" dirty="0" err="1">
                <a:solidFill>
                  <a:srgbClr val="000000"/>
                </a:solidFill>
                <a:latin typeface="Noto Sans"/>
                <a:ea typeface="Noto Sans"/>
                <a:cs typeface="Noto Sans"/>
                <a:sym typeface="Noto Sans"/>
              </a:rPr>
              <a:t>các</a:t>
            </a:r>
            <a:r>
              <a:rPr lang="en-US" sz="3612" dirty="0">
                <a:solidFill>
                  <a:srgbClr val="000000"/>
                </a:solidFill>
                <a:latin typeface="Noto Sans"/>
                <a:ea typeface="Noto Sans"/>
                <a:cs typeface="Noto Sans"/>
                <a:sym typeface="Noto Sans"/>
              </a:rPr>
              <a:t> </a:t>
            </a:r>
            <a:r>
              <a:rPr lang="en-US" sz="3612" dirty="0" err="1" smtClean="0">
                <a:solidFill>
                  <a:srgbClr val="000000"/>
                </a:solidFill>
                <a:latin typeface="Noto Sans"/>
                <a:ea typeface="Noto Sans"/>
                <a:cs typeface="Noto Sans"/>
                <a:sym typeface="Noto Sans"/>
              </a:rPr>
              <a:t>bảng</a:t>
            </a:r>
            <a:r>
              <a:rPr lang="en-US" sz="3612" dirty="0" smtClean="0">
                <a:solidFill>
                  <a:srgbClr val="000000"/>
                </a:solidFill>
                <a:latin typeface="Noto Sans"/>
                <a:ea typeface="Noto Sans"/>
                <a:cs typeface="Noto Sans"/>
                <a:sym typeface="Noto Sans"/>
              </a:rPr>
              <a:t> </a:t>
            </a:r>
            <a:r>
              <a:rPr lang="en-US" sz="3612" dirty="0" err="1" smtClean="0">
                <a:solidFill>
                  <a:srgbClr val="000000"/>
                </a:solidFill>
                <a:latin typeface="Noto Sans"/>
                <a:ea typeface="Noto Sans"/>
                <a:cs typeface="Noto Sans"/>
                <a:sym typeface="Noto Sans"/>
              </a:rPr>
              <a:t>mạch</a:t>
            </a:r>
            <a:r>
              <a:rPr lang="en-US" sz="3612" dirty="0" smtClean="0">
                <a:solidFill>
                  <a:srgbClr val="000000"/>
                </a:solidFill>
                <a:latin typeface="Noto Sans"/>
                <a:ea typeface="Noto Sans"/>
                <a:cs typeface="Noto Sans"/>
                <a:sym typeface="Noto Sans"/>
              </a:rPr>
              <a:t> in </a:t>
            </a:r>
            <a:r>
              <a:rPr lang="en-US" sz="3612" dirty="0" err="1" smtClean="0">
                <a:solidFill>
                  <a:srgbClr val="000000"/>
                </a:solidFill>
                <a:latin typeface="Noto Sans"/>
                <a:ea typeface="Noto Sans"/>
                <a:cs typeface="Noto Sans"/>
                <a:sym typeface="Noto Sans"/>
              </a:rPr>
              <a:t>dán</a:t>
            </a:r>
            <a:r>
              <a:rPr lang="en-US" sz="3612" dirty="0" smtClean="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bề</a:t>
            </a:r>
            <a:r>
              <a:rPr lang="en-US" sz="3612" dirty="0">
                <a:solidFill>
                  <a:srgbClr val="000000"/>
                </a:solidFill>
                <a:latin typeface="Noto Sans"/>
                <a:ea typeface="Noto Sans"/>
                <a:cs typeface="Noto Sans"/>
                <a:sym typeface="Noto Sans"/>
              </a:rPr>
              <a:t> </a:t>
            </a:r>
            <a:r>
              <a:rPr lang="en-US" sz="3612" dirty="0" err="1" smtClean="0">
                <a:solidFill>
                  <a:srgbClr val="000000"/>
                </a:solidFill>
                <a:latin typeface="Noto Sans"/>
                <a:ea typeface="Noto Sans"/>
                <a:cs typeface="Noto Sans"/>
                <a:sym typeface="Noto Sans"/>
              </a:rPr>
              <a:t>mặt</a:t>
            </a:r>
            <a:r>
              <a:rPr lang="en-US" sz="3612" dirty="0" smtClean="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sau</a:t>
            </a:r>
            <a:r>
              <a:rPr lang="en-US" sz="3612" dirty="0">
                <a:solidFill>
                  <a:srgbClr val="000000"/>
                </a:solidFill>
                <a:latin typeface="Noto Sans"/>
                <a:ea typeface="Noto Sans"/>
                <a:cs typeface="Noto Sans"/>
                <a:sym typeface="Noto Sans"/>
              </a:rPr>
              <a:t> </a:t>
            </a:r>
            <a:r>
              <a:rPr lang="en-US" sz="3612" dirty="0" err="1" smtClean="0">
                <a:solidFill>
                  <a:srgbClr val="000000"/>
                </a:solidFill>
                <a:latin typeface="Noto Sans"/>
                <a:ea typeface="Noto Sans"/>
                <a:cs typeface="Noto Sans"/>
                <a:sym typeface="Noto Sans"/>
              </a:rPr>
              <a:t>hàn</a:t>
            </a:r>
            <a:r>
              <a:rPr lang="en-US" sz="3612" dirty="0" smtClean="0">
                <a:solidFill>
                  <a:srgbClr val="000000"/>
                </a:solidFill>
                <a:latin typeface="Noto Sans"/>
                <a:ea typeface="Noto Sans"/>
                <a:cs typeface="Noto Sans"/>
                <a:sym typeface="Noto Sans"/>
              </a:rPr>
              <a:t>.</a:t>
            </a:r>
            <a:endParaRPr lang="en-US" sz="3612" dirty="0">
              <a:solidFill>
                <a:srgbClr val="000000"/>
              </a:solidFill>
              <a:latin typeface="Noto Sans"/>
              <a:ea typeface="Noto Sans"/>
              <a:cs typeface="Noto Sans"/>
              <a:sym typeface="Noto Sans"/>
            </a:endParaRPr>
          </a:p>
          <a:p>
            <a:pPr marL="779870" lvl="1" indent="-389935" algn="l">
              <a:lnSpc>
                <a:spcPts val="5057"/>
              </a:lnSpc>
              <a:buFont typeface="Arial"/>
              <a:buChar char="•"/>
            </a:pPr>
            <a:r>
              <a:rPr lang="en-US" sz="3612" dirty="0" err="1">
                <a:solidFill>
                  <a:srgbClr val="000000"/>
                </a:solidFill>
                <a:latin typeface="Noto Sans"/>
                <a:ea typeface="Noto Sans"/>
                <a:cs typeface="Noto Sans"/>
                <a:sym typeface="Noto Sans"/>
              </a:rPr>
              <a:t>Ưu</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tiên</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phân</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tích</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linh</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kiện</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thiếu</a:t>
            </a:r>
            <a:r>
              <a:rPr lang="en-US" sz="3612" dirty="0">
                <a:solidFill>
                  <a:srgbClr val="000000"/>
                </a:solidFill>
                <a:latin typeface="Noto Sans"/>
                <a:ea typeface="Noto Sans"/>
                <a:cs typeface="Noto Sans"/>
                <a:sym typeface="Noto Sans"/>
              </a:rPr>
              <a:t> hay </a:t>
            </a:r>
            <a:r>
              <a:rPr lang="en-US" sz="3612" dirty="0" err="1">
                <a:solidFill>
                  <a:srgbClr val="000000"/>
                </a:solidFill>
                <a:latin typeface="Noto Sans"/>
                <a:ea typeface="Noto Sans"/>
                <a:cs typeface="Noto Sans"/>
                <a:sym typeface="Noto Sans"/>
              </a:rPr>
              <a:t>đủ</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tại</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vị</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trí</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cố</a:t>
            </a:r>
            <a:r>
              <a:rPr lang="en-US" sz="3612" dirty="0">
                <a:solidFill>
                  <a:srgbClr val="000000"/>
                </a:solidFill>
                <a:latin typeface="Noto Sans"/>
                <a:ea typeface="Noto Sans"/>
                <a:cs typeface="Noto Sans"/>
                <a:sym typeface="Noto Sans"/>
              </a:rPr>
              <a:t> </a:t>
            </a:r>
            <a:r>
              <a:rPr lang="en-US" sz="3612" dirty="0" err="1">
                <a:solidFill>
                  <a:srgbClr val="000000"/>
                </a:solidFill>
                <a:latin typeface="Noto Sans"/>
                <a:ea typeface="Noto Sans"/>
                <a:cs typeface="Noto Sans"/>
                <a:sym typeface="Noto Sans"/>
              </a:rPr>
              <a:t>định</a:t>
            </a:r>
            <a:r>
              <a:rPr lang="en-US" sz="3612" dirty="0">
                <a:solidFill>
                  <a:srgbClr val="000000"/>
                </a:solidFill>
                <a:latin typeface="Noto Sans"/>
                <a:ea typeface="Noto Sans"/>
                <a:cs typeface="Noto Sans"/>
                <a:sym typeface="Noto Sans"/>
              </a:rPr>
              <a:t>.</a:t>
            </a:r>
          </a:p>
        </p:txBody>
      </p:sp>
      <p:sp>
        <p:nvSpPr>
          <p:cNvPr id="3" name="TextBox 3"/>
          <p:cNvSpPr txBox="1"/>
          <p:nvPr/>
        </p:nvSpPr>
        <p:spPr>
          <a:xfrm>
            <a:off x="1028700" y="422275"/>
            <a:ext cx="16099405" cy="720726"/>
          </a:xfrm>
          <a:prstGeom prst="rect">
            <a:avLst/>
          </a:prstGeom>
        </p:spPr>
        <p:txBody>
          <a:bodyPr lIns="0" tIns="0" rIns="0" bIns="0" rtlCol="0" anchor="t">
            <a:spAutoFit/>
          </a:bodyPr>
          <a:lstStyle/>
          <a:p>
            <a:pPr marL="0" lvl="0" indent="0" algn="l">
              <a:lnSpc>
                <a:spcPts val="5500"/>
              </a:lnSpc>
            </a:pPr>
            <a:r>
              <a:rPr lang="en-US" sz="5000" b="1" spc="-100">
                <a:solidFill>
                  <a:srgbClr val="4A44BD"/>
                </a:solidFill>
                <a:latin typeface="Be Vietnam Ultra-Bold"/>
                <a:ea typeface="Be Vietnam Ultra-Bold"/>
                <a:cs typeface="Be Vietnam Ultra-Bold"/>
                <a:sym typeface="Be Vietnam Ultra-Bold"/>
              </a:rPr>
              <a:t>TỔNG QUAN</a:t>
            </a:r>
          </a:p>
        </p:txBody>
      </p:sp>
      <p:sp>
        <p:nvSpPr>
          <p:cNvPr id="4" name="TextBox 4"/>
          <p:cNvSpPr txBox="1"/>
          <p:nvPr/>
        </p:nvSpPr>
        <p:spPr>
          <a:xfrm>
            <a:off x="852055" y="4489007"/>
            <a:ext cx="16099405" cy="688974"/>
          </a:xfrm>
          <a:prstGeom prst="rect">
            <a:avLst/>
          </a:prstGeom>
        </p:spPr>
        <p:txBody>
          <a:bodyPr lIns="0" tIns="0" rIns="0" bIns="0" rtlCol="0" anchor="t">
            <a:spAutoFit/>
          </a:bodyPr>
          <a:lstStyle/>
          <a:p>
            <a:pPr algn="l">
              <a:lnSpc>
                <a:spcPts val="5600"/>
              </a:lnSpc>
            </a:pPr>
            <a:r>
              <a:rPr lang="en-US" sz="4000" b="1" dirty="0" err="1">
                <a:solidFill>
                  <a:srgbClr val="114C97"/>
                </a:solidFill>
                <a:latin typeface="Noto Sans Bold"/>
                <a:ea typeface="Noto Sans Bold"/>
                <a:cs typeface="Noto Sans Bold"/>
                <a:sym typeface="Noto Sans Bold"/>
              </a:rPr>
              <a:t>Phạm</a:t>
            </a:r>
            <a:r>
              <a:rPr lang="en-US" sz="4000" b="1" dirty="0">
                <a:solidFill>
                  <a:srgbClr val="114C97"/>
                </a:solidFill>
                <a:latin typeface="Noto Sans Bold"/>
                <a:ea typeface="Noto Sans Bold"/>
                <a:cs typeface="Noto Sans Bold"/>
                <a:sym typeface="Noto Sans Bold"/>
              </a:rPr>
              <a:t> vi </a:t>
            </a:r>
            <a:r>
              <a:rPr lang="en-US" sz="4000" b="1" dirty="0" err="1">
                <a:solidFill>
                  <a:srgbClr val="114C97"/>
                </a:solidFill>
                <a:latin typeface="Noto Sans Bold"/>
                <a:ea typeface="Noto Sans Bold"/>
                <a:cs typeface="Noto Sans Bold"/>
                <a:sym typeface="Noto Sans Bold"/>
              </a:rPr>
              <a:t>đề</a:t>
            </a:r>
            <a:r>
              <a:rPr lang="en-US" sz="4000" b="1" dirty="0">
                <a:solidFill>
                  <a:srgbClr val="114C97"/>
                </a:solidFill>
                <a:latin typeface="Noto Sans Bold"/>
                <a:ea typeface="Noto Sans Bold"/>
                <a:cs typeface="Noto Sans Bold"/>
                <a:sym typeface="Noto Sans Bold"/>
              </a:rPr>
              <a:t> </a:t>
            </a:r>
            <a:r>
              <a:rPr lang="en-US" sz="4000" b="1" dirty="0" err="1">
                <a:solidFill>
                  <a:srgbClr val="114C97"/>
                </a:solidFill>
                <a:latin typeface="Noto Sans Bold"/>
                <a:ea typeface="Noto Sans Bold"/>
                <a:cs typeface="Noto Sans Bold"/>
                <a:sym typeface="Noto Sans Bold"/>
              </a:rPr>
              <a:t>tài</a:t>
            </a:r>
            <a:endParaRPr lang="en-US" sz="4000" b="1" dirty="0">
              <a:solidFill>
                <a:srgbClr val="114C97"/>
              </a:solidFill>
              <a:latin typeface="Noto Sans Bold"/>
              <a:ea typeface="Noto Sans Bold"/>
              <a:cs typeface="Noto Sans Bold"/>
              <a:sym typeface="Noto Sans Bold"/>
            </a:endParaRPr>
          </a:p>
        </p:txBody>
      </p:sp>
      <p:sp>
        <p:nvSpPr>
          <p:cNvPr id="5" name="TextBox 5"/>
          <p:cNvSpPr txBox="1"/>
          <p:nvPr/>
        </p:nvSpPr>
        <p:spPr>
          <a:xfrm>
            <a:off x="858982" y="7725553"/>
            <a:ext cx="16099405" cy="688974"/>
          </a:xfrm>
          <a:prstGeom prst="rect">
            <a:avLst/>
          </a:prstGeom>
        </p:spPr>
        <p:txBody>
          <a:bodyPr lIns="0" tIns="0" rIns="0" bIns="0" rtlCol="0" anchor="t">
            <a:spAutoFit/>
          </a:bodyPr>
          <a:lstStyle/>
          <a:p>
            <a:pPr algn="l">
              <a:lnSpc>
                <a:spcPts val="5600"/>
              </a:lnSpc>
            </a:pPr>
            <a:r>
              <a:rPr lang="en-US" sz="4000" b="1" dirty="0" err="1">
                <a:solidFill>
                  <a:srgbClr val="114C97"/>
                </a:solidFill>
                <a:latin typeface="Noto Sans Bold"/>
                <a:ea typeface="Noto Sans Bold"/>
                <a:cs typeface="Noto Sans Bold"/>
                <a:sym typeface="Noto Sans Bold"/>
              </a:rPr>
              <a:t>Phương</a:t>
            </a:r>
            <a:r>
              <a:rPr lang="en-US" sz="4000" b="1" dirty="0">
                <a:solidFill>
                  <a:srgbClr val="114C97"/>
                </a:solidFill>
                <a:latin typeface="Noto Sans Bold"/>
                <a:ea typeface="Noto Sans Bold"/>
                <a:cs typeface="Noto Sans Bold"/>
                <a:sym typeface="Noto Sans Bold"/>
              </a:rPr>
              <a:t> </a:t>
            </a:r>
            <a:r>
              <a:rPr lang="en-US" sz="4000" b="1" dirty="0" err="1">
                <a:solidFill>
                  <a:srgbClr val="114C97"/>
                </a:solidFill>
                <a:latin typeface="Noto Sans Bold"/>
                <a:ea typeface="Noto Sans Bold"/>
                <a:cs typeface="Noto Sans Bold"/>
                <a:sym typeface="Noto Sans Bold"/>
              </a:rPr>
              <a:t>pháp</a:t>
            </a:r>
            <a:r>
              <a:rPr lang="en-US" sz="4000" b="1" dirty="0">
                <a:solidFill>
                  <a:srgbClr val="114C97"/>
                </a:solidFill>
                <a:latin typeface="Noto Sans Bold"/>
                <a:ea typeface="Noto Sans Bold"/>
                <a:cs typeface="Noto Sans Bold"/>
                <a:sym typeface="Noto Sans Bold"/>
              </a:rPr>
              <a:t> </a:t>
            </a:r>
            <a:r>
              <a:rPr lang="en-US" sz="4000" b="1" dirty="0" err="1">
                <a:solidFill>
                  <a:srgbClr val="114C97"/>
                </a:solidFill>
                <a:latin typeface="Noto Sans Bold"/>
                <a:ea typeface="Noto Sans Bold"/>
                <a:cs typeface="Noto Sans Bold"/>
                <a:sym typeface="Noto Sans Bold"/>
              </a:rPr>
              <a:t>thực</a:t>
            </a:r>
            <a:r>
              <a:rPr lang="en-US" sz="4000" b="1" dirty="0">
                <a:solidFill>
                  <a:srgbClr val="114C97"/>
                </a:solidFill>
                <a:latin typeface="Noto Sans Bold"/>
                <a:ea typeface="Noto Sans Bold"/>
                <a:cs typeface="Noto Sans Bold"/>
                <a:sym typeface="Noto Sans Bold"/>
              </a:rPr>
              <a:t> </a:t>
            </a:r>
            <a:r>
              <a:rPr lang="en-US" sz="4000" b="1" dirty="0" err="1">
                <a:solidFill>
                  <a:srgbClr val="114C97"/>
                </a:solidFill>
                <a:latin typeface="Noto Sans Bold"/>
                <a:ea typeface="Noto Sans Bold"/>
                <a:cs typeface="Noto Sans Bold"/>
                <a:sym typeface="Noto Sans Bold"/>
              </a:rPr>
              <a:t>hiện</a:t>
            </a:r>
            <a:endParaRPr lang="en-US" sz="4000" b="1" dirty="0">
              <a:solidFill>
                <a:srgbClr val="114C97"/>
              </a:solidFill>
              <a:latin typeface="Noto Sans Bold"/>
              <a:ea typeface="Noto Sans Bold"/>
              <a:cs typeface="Noto Sans Bold"/>
              <a:sym typeface="Noto Sans Bold"/>
            </a:endParaRPr>
          </a:p>
        </p:txBody>
      </p:sp>
      <p:sp>
        <p:nvSpPr>
          <p:cNvPr id="6" name="TextBox 6"/>
          <p:cNvSpPr txBox="1"/>
          <p:nvPr/>
        </p:nvSpPr>
        <p:spPr>
          <a:xfrm>
            <a:off x="457200" y="8449976"/>
            <a:ext cx="15621000" cy="1231106"/>
          </a:xfrm>
          <a:prstGeom prst="rect">
            <a:avLst/>
          </a:prstGeom>
        </p:spPr>
        <p:txBody>
          <a:bodyPr wrap="square" lIns="0" tIns="0" rIns="0" bIns="0" rtlCol="0" anchor="t">
            <a:spAutoFit/>
          </a:bodyPr>
          <a:lstStyle/>
          <a:p>
            <a:pPr marL="734059" lvl="1" indent="-367030" algn="l">
              <a:lnSpc>
                <a:spcPts val="4759"/>
              </a:lnSpc>
              <a:buFont typeface="Arial"/>
              <a:buChar char="•"/>
            </a:pPr>
            <a:r>
              <a:rPr lang="en-US" sz="3399" dirty="0" err="1" smtClean="0">
                <a:solidFill>
                  <a:srgbClr val="000000"/>
                </a:solidFill>
                <a:latin typeface="Noto Sans"/>
                <a:ea typeface="Noto Sans"/>
                <a:cs typeface="Noto Sans"/>
                <a:sym typeface="Noto Sans"/>
              </a:rPr>
              <a:t>Thuật</a:t>
            </a:r>
            <a:r>
              <a:rPr lang="en-US" sz="3399" dirty="0" smtClean="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toán</a:t>
            </a:r>
            <a:r>
              <a:rPr lang="en-US" sz="3399" dirty="0">
                <a:solidFill>
                  <a:srgbClr val="000000"/>
                </a:solidFill>
                <a:latin typeface="Noto Sans"/>
                <a:ea typeface="Noto Sans"/>
                <a:cs typeface="Noto Sans"/>
                <a:sym typeface="Noto Sans"/>
              </a:rPr>
              <a:t> so </a:t>
            </a:r>
            <a:r>
              <a:rPr lang="en-US" sz="3399" dirty="0" err="1">
                <a:solidFill>
                  <a:srgbClr val="000000"/>
                </a:solidFill>
                <a:latin typeface="Noto Sans"/>
                <a:ea typeface="Noto Sans"/>
                <a:cs typeface="Noto Sans"/>
                <a:sym typeface="Noto Sans"/>
              </a:rPr>
              <a:t>sánh</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khớp</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mẫu</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đối</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chiếu</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đặc</a:t>
            </a:r>
            <a:r>
              <a:rPr lang="en-US" sz="3399" dirty="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trưng</a:t>
            </a:r>
            <a:r>
              <a:rPr lang="en-US" sz="3399" dirty="0" smtClean="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trong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vùng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quan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tâm</a:t>
            </a:r>
            <a:r>
              <a:rPr lang="en-US" sz="3399" dirty="0">
                <a:solidFill>
                  <a:srgbClr val="000000"/>
                </a:solidFill>
                <a:latin typeface="Noto Sans"/>
                <a:ea typeface="Noto Sans"/>
                <a:cs typeface="Noto Sans"/>
                <a:sym typeface="Noto Sans"/>
              </a:rPr>
              <a:t>.</a:t>
            </a:r>
          </a:p>
          <a:p>
            <a:pPr marL="734059" lvl="1" indent="-367030" algn="l">
              <a:lnSpc>
                <a:spcPts val="4759"/>
              </a:lnSpc>
              <a:buFont typeface="Arial"/>
              <a:buChar char="•"/>
            </a:pPr>
            <a:r>
              <a:rPr lang="en-US" sz="3399" dirty="0" err="1">
                <a:solidFill>
                  <a:srgbClr val="000000"/>
                </a:solidFill>
                <a:latin typeface="Noto Sans"/>
                <a:ea typeface="Noto Sans"/>
                <a:cs typeface="Noto Sans"/>
                <a:sym typeface="Noto Sans"/>
              </a:rPr>
              <a:t>Thống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kê</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đánh</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giá</a:t>
            </a:r>
            <a:r>
              <a:rPr lang="en-US" sz="3399" dirty="0">
                <a:solidFill>
                  <a:srgbClr val="000000"/>
                </a:solidFill>
                <a:latin typeface="Noto Sans"/>
                <a:ea typeface="Noto Sans"/>
                <a:cs typeface="Noto Sans"/>
                <a:sym typeface="Noto Sans"/>
              </a:rPr>
              <a:t> qua </a:t>
            </a:r>
            <a:r>
              <a:rPr lang="en-US" sz="3399" dirty="0" err="1">
                <a:solidFill>
                  <a:srgbClr val="000000"/>
                </a:solidFill>
                <a:latin typeface="Noto Sans"/>
                <a:ea typeface="Noto Sans"/>
                <a:cs typeface="Noto Sans"/>
                <a:sym typeface="Noto Sans"/>
              </a:rPr>
              <a:t>chỉ</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số</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thời</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gian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và</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độ</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chính</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xác</a:t>
            </a:r>
            <a:r>
              <a:rPr lang="en-US" sz="3399" dirty="0">
                <a:solidFill>
                  <a:srgbClr val="000000"/>
                </a:solidFill>
                <a:latin typeface="Noto Sans"/>
                <a:ea typeface="Noto Sans"/>
                <a:cs typeface="Noto Sans"/>
                <a:sym typeface="Noto Sans"/>
              </a:rPr>
              <a:t>.</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3</a:t>
            </a:r>
          </a:p>
        </p:txBody>
      </p:sp>
      <p:sp>
        <p:nvSpPr>
          <p:cNvPr id="8" name="TextBox 8"/>
          <p:cNvSpPr txBox="1"/>
          <p:nvPr/>
        </p:nvSpPr>
        <p:spPr>
          <a:xfrm>
            <a:off x="1021773" y="1686698"/>
            <a:ext cx="16099405" cy="688974"/>
          </a:xfrm>
          <a:prstGeom prst="rect">
            <a:avLst/>
          </a:prstGeom>
        </p:spPr>
        <p:txBody>
          <a:bodyPr lIns="0" tIns="0" rIns="0" bIns="0" rtlCol="0" anchor="t">
            <a:spAutoFit/>
          </a:bodyPr>
          <a:lstStyle/>
          <a:p>
            <a:pPr algn="l">
              <a:lnSpc>
                <a:spcPts val="5600"/>
              </a:lnSpc>
            </a:pPr>
            <a:r>
              <a:rPr lang="en-US" sz="4000" b="1" dirty="0" err="1">
                <a:solidFill>
                  <a:srgbClr val="114C97"/>
                </a:solidFill>
                <a:latin typeface="Noto Sans Bold"/>
                <a:ea typeface="Noto Sans Bold"/>
                <a:cs typeface="Noto Sans Bold"/>
                <a:sym typeface="Noto Sans Bold"/>
              </a:rPr>
              <a:t>Lý</a:t>
            </a:r>
            <a:r>
              <a:rPr lang="en-US" sz="4000" b="1" dirty="0">
                <a:solidFill>
                  <a:srgbClr val="114C97"/>
                </a:solidFill>
                <a:latin typeface="Noto Sans Bold"/>
                <a:ea typeface="Noto Sans Bold"/>
                <a:cs typeface="Noto Sans Bold"/>
                <a:sym typeface="Noto Sans Bold"/>
              </a:rPr>
              <a:t> do </a:t>
            </a:r>
            <a:r>
              <a:rPr lang="en-US" sz="4000" b="1" dirty="0" err="1">
                <a:solidFill>
                  <a:srgbClr val="114C97"/>
                </a:solidFill>
                <a:latin typeface="Noto Sans Bold"/>
                <a:ea typeface="Noto Sans Bold"/>
                <a:cs typeface="Noto Sans Bold"/>
                <a:sym typeface="Noto Sans Bold"/>
              </a:rPr>
              <a:t>chọn</a:t>
            </a:r>
            <a:r>
              <a:rPr lang="en-US" sz="4000" b="1" dirty="0">
                <a:solidFill>
                  <a:srgbClr val="114C97"/>
                </a:solidFill>
                <a:latin typeface="Noto Sans Bold"/>
                <a:ea typeface="Noto Sans Bold"/>
                <a:cs typeface="Noto Sans Bold"/>
                <a:sym typeface="Noto Sans Bold"/>
              </a:rPr>
              <a:t> </a:t>
            </a:r>
            <a:r>
              <a:rPr lang="en-US" sz="4000" b="1" dirty="0" err="1">
                <a:solidFill>
                  <a:srgbClr val="114C97"/>
                </a:solidFill>
                <a:latin typeface="Noto Sans Bold"/>
                <a:ea typeface="Noto Sans Bold"/>
                <a:cs typeface="Noto Sans Bold"/>
                <a:sym typeface="Noto Sans Bold"/>
              </a:rPr>
              <a:t>đề</a:t>
            </a:r>
            <a:r>
              <a:rPr lang="en-US" sz="4000" b="1" dirty="0">
                <a:solidFill>
                  <a:srgbClr val="114C97"/>
                </a:solidFill>
                <a:latin typeface="Noto Sans Bold"/>
                <a:ea typeface="Noto Sans Bold"/>
                <a:cs typeface="Noto Sans Bold"/>
                <a:sym typeface="Noto Sans Bold"/>
              </a:rPr>
              <a:t> </a:t>
            </a:r>
            <a:r>
              <a:rPr lang="en-US" sz="4000" b="1" dirty="0" err="1">
                <a:solidFill>
                  <a:srgbClr val="114C97"/>
                </a:solidFill>
                <a:latin typeface="Noto Sans Bold"/>
                <a:ea typeface="Noto Sans Bold"/>
                <a:cs typeface="Noto Sans Bold"/>
                <a:sym typeface="Noto Sans Bold"/>
              </a:rPr>
              <a:t>tài</a:t>
            </a:r>
            <a:endParaRPr lang="en-US" sz="4000" b="1" dirty="0">
              <a:solidFill>
                <a:srgbClr val="114C97"/>
              </a:solidFill>
              <a:latin typeface="Noto Sans Bold"/>
              <a:ea typeface="Noto Sans Bold"/>
              <a:cs typeface="Noto Sans Bold"/>
              <a:sym typeface="Noto Sans Bold"/>
            </a:endParaRPr>
          </a:p>
        </p:txBody>
      </p:sp>
      <p:sp>
        <p:nvSpPr>
          <p:cNvPr id="9" name="TextBox 9"/>
          <p:cNvSpPr txBox="1"/>
          <p:nvPr/>
        </p:nvSpPr>
        <p:spPr>
          <a:xfrm>
            <a:off x="852055" y="2374391"/>
            <a:ext cx="15631777" cy="1577355"/>
          </a:xfrm>
          <a:prstGeom prst="rect">
            <a:avLst/>
          </a:prstGeom>
        </p:spPr>
        <p:txBody>
          <a:bodyPr wrap="square" lIns="0" tIns="0" rIns="0" bIns="0" rtlCol="0" anchor="t">
            <a:spAutoFit/>
          </a:bodyPr>
          <a:lstStyle/>
          <a:p>
            <a:pPr marL="571500" indent="-571500">
              <a:lnSpc>
                <a:spcPts val="4060"/>
              </a:lnSpc>
              <a:spcBef>
                <a:spcPct val="0"/>
              </a:spcBef>
              <a:buFont typeface="Arial" panose="020B0604020202020204" pitchFamily="34" charset="0"/>
              <a:buChar char="•"/>
            </a:pPr>
            <a:r>
              <a:rPr lang="en-US" sz="3600" dirty="0" err="1">
                <a:solidFill>
                  <a:srgbClr val="000000"/>
                </a:solidFill>
                <a:latin typeface="Noto Sans"/>
                <a:ea typeface="Noto Sans"/>
                <a:cs typeface="Noto Sans"/>
                <a:sym typeface="Noto Sans"/>
              </a:rPr>
              <a:t>K</a:t>
            </a:r>
            <a:r>
              <a:rPr lang="en-US" sz="3600" dirty="0" err="1" smtClean="0">
                <a:solidFill>
                  <a:srgbClr val="000000"/>
                </a:solidFill>
                <a:latin typeface="Noto Sans"/>
                <a:ea typeface="Noto Sans"/>
                <a:cs typeface="Noto Sans"/>
                <a:sym typeface="Noto Sans"/>
              </a:rPr>
              <a:t>iểm</a:t>
            </a:r>
            <a:r>
              <a:rPr lang="en-US" sz="3600" dirty="0" smtClean="0">
                <a:solidFill>
                  <a:srgbClr val="000000"/>
                </a:solidFill>
                <a:latin typeface="Noto Sans"/>
                <a:ea typeface="Noto Sans"/>
                <a:cs typeface="Noto Sans"/>
                <a:sym typeface="Noto Sans"/>
              </a:rPr>
              <a:t> </a:t>
            </a:r>
            <a:r>
              <a:rPr lang="en-US" sz="3600" dirty="0" err="1">
                <a:solidFill>
                  <a:srgbClr val="000000"/>
                </a:solidFill>
                <a:latin typeface="Noto Sans"/>
                <a:ea typeface="Noto Sans"/>
                <a:cs typeface="Noto Sans"/>
                <a:sym typeface="Noto Sans"/>
              </a:rPr>
              <a:t>tra</a:t>
            </a:r>
            <a:r>
              <a:rPr lang="en-US" sz="3600" dirty="0">
                <a:solidFill>
                  <a:srgbClr val="000000"/>
                </a:solidFill>
                <a:latin typeface="Noto Sans"/>
                <a:ea typeface="Noto Sans"/>
                <a:cs typeface="Noto Sans"/>
                <a:sym typeface="Noto Sans"/>
              </a:rPr>
              <a:t> </a:t>
            </a:r>
            <a:r>
              <a:rPr lang="en-US" sz="3600" dirty="0" err="1">
                <a:solidFill>
                  <a:srgbClr val="000000"/>
                </a:solidFill>
                <a:latin typeface="Noto Sans"/>
                <a:ea typeface="Noto Sans"/>
                <a:cs typeface="Noto Sans"/>
                <a:sym typeface="Noto Sans"/>
              </a:rPr>
              <a:t>thủ</a:t>
            </a:r>
            <a:r>
              <a:rPr lang="en-US" sz="3600" dirty="0">
                <a:solidFill>
                  <a:srgbClr val="000000"/>
                </a:solidFill>
                <a:latin typeface="Noto Sans"/>
                <a:ea typeface="Noto Sans"/>
                <a:cs typeface="Noto Sans"/>
                <a:sym typeface="Noto Sans"/>
              </a:rPr>
              <a:t> </a:t>
            </a:r>
            <a:r>
              <a:rPr lang="en-US" sz="3600" dirty="0" err="1">
                <a:solidFill>
                  <a:srgbClr val="000000"/>
                </a:solidFill>
                <a:latin typeface="Noto Sans"/>
                <a:ea typeface="Noto Sans"/>
                <a:cs typeface="Noto Sans"/>
                <a:sym typeface="Noto Sans"/>
              </a:rPr>
              <a:t>công</a:t>
            </a:r>
            <a:r>
              <a:rPr lang="en-US" sz="3600" dirty="0">
                <a:solidFill>
                  <a:srgbClr val="000000"/>
                </a:solidFill>
                <a:latin typeface="Noto Sans"/>
                <a:ea typeface="Noto Sans"/>
                <a:cs typeface="Noto Sans"/>
                <a:sym typeface="Noto Sans"/>
              </a:rPr>
              <a:t> </a:t>
            </a:r>
            <a:r>
              <a:rPr lang="en-US" sz="3600" dirty="0" err="1">
                <a:solidFill>
                  <a:srgbClr val="000000"/>
                </a:solidFill>
                <a:latin typeface="Noto Sans"/>
                <a:ea typeface="Noto Sans"/>
                <a:cs typeface="Noto Sans"/>
                <a:sym typeface="Noto Sans"/>
              </a:rPr>
              <a:t>vừa</a:t>
            </a:r>
            <a:r>
              <a:rPr lang="en-US" sz="3600" dirty="0">
                <a:solidFill>
                  <a:srgbClr val="000000"/>
                </a:solidFill>
                <a:latin typeface="Noto Sans"/>
                <a:ea typeface="Noto Sans"/>
                <a:cs typeface="Noto Sans"/>
                <a:sym typeface="Noto Sans"/>
              </a:rPr>
              <a:t> </a:t>
            </a:r>
            <a:r>
              <a:rPr lang="en-US" sz="3600" dirty="0" err="1">
                <a:solidFill>
                  <a:srgbClr val="000000"/>
                </a:solidFill>
                <a:latin typeface="Noto Sans"/>
                <a:ea typeface="Noto Sans"/>
                <a:cs typeface="Noto Sans"/>
                <a:sym typeface="Noto Sans"/>
              </a:rPr>
              <a:t>tốn</a:t>
            </a:r>
            <a:r>
              <a:rPr lang="en-US" sz="3600" dirty="0">
                <a:solidFill>
                  <a:srgbClr val="000000"/>
                </a:solidFill>
                <a:latin typeface="Noto Sans"/>
                <a:ea typeface="Noto Sans"/>
                <a:cs typeface="Noto Sans"/>
                <a:sym typeface="Noto Sans"/>
              </a:rPr>
              <a:t> </a:t>
            </a:r>
            <a:r>
              <a:rPr lang="en-US" sz="3600" dirty="0" err="1">
                <a:solidFill>
                  <a:srgbClr val="000000"/>
                </a:solidFill>
                <a:latin typeface="Noto Sans"/>
                <a:ea typeface="Noto Sans"/>
                <a:cs typeface="Noto Sans"/>
                <a:sym typeface="Noto Sans"/>
              </a:rPr>
              <a:t>thời</a:t>
            </a:r>
            <a:r>
              <a:rPr lang="en-US" sz="3600" dirty="0">
                <a:solidFill>
                  <a:srgbClr val="000000"/>
                </a:solidFill>
                <a:latin typeface="Noto Sans"/>
                <a:ea typeface="Noto Sans"/>
                <a:cs typeface="Noto Sans"/>
                <a:sym typeface="Noto Sans"/>
              </a:rPr>
              <a:t> </a:t>
            </a:r>
            <a:r>
              <a:rPr lang="en-US" sz="3600" dirty="0" err="1">
                <a:solidFill>
                  <a:srgbClr val="000000"/>
                </a:solidFill>
                <a:latin typeface="Noto Sans"/>
                <a:ea typeface="Noto Sans"/>
                <a:cs typeface="Noto Sans"/>
                <a:sym typeface="Noto Sans"/>
              </a:rPr>
              <a:t>gian</a:t>
            </a:r>
            <a:r>
              <a:rPr lang="en-US" sz="3600" dirty="0">
                <a:solidFill>
                  <a:srgbClr val="000000"/>
                </a:solidFill>
                <a:latin typeface="Noto Sans"/>
                <a:ea typeface="Noto Sans"/>
                <a:cs typeface="Noto Sans"/>
                <a:sym typeface="Noto Sans"/>
              </a:rPr>
              <a:t> </a:t>
            </a:r>
            <a:r>
              <a:rPr lang="en-US" sz="3600" dirty="0" err="1">
                <a:solidFill>
                  <a:srgbClr val="000000"/>
                </a:solidFill>
                <a:latin typeface="Noto Sans"/>
                <a:ea typeface="Noto Sans"/>
                <a:cs typeface="Noto Sans"/>
                <a:sym typeface="Noto Sans"/>
              </a:rPr>
              <a:t>và</a:t>
            </a:r>
            <a:r>
              <a:rPr lang="en-US" sz="3600" dirty="0">
                <a:solidFill>
                  <a:srgbClr val="000000"/>
                </a:solidFill>
                <a:latin typeface="Noto Sans"/>
                <a:ea typeface="Noto Sans"/>
                <a:cs typeface="Noto Sans"/>
                <a:sym typeface="Noto Sans"/>
              </a:rPr>
              <a:t> </a:t>
            </a:r>
            <a:r>
              <a:rPr lang="en-US" sz="3600" dirty="0" err="1">
                <a:solidFill>
                  <a:srgbClr val="000000"/>
                </a:solidFill>
                <a:latin typeface="Noto Sans"/>
                <a:ea typeface="Noto Sans"/>
                <a:cs typeface="Noto Sans"/>
                <a:sym typeface="Noto Sans"/>
              </a:rPr>
              <a:t>dễ</a:t>
            </a:r>
            <a:r>
              <a:rPr lang="en-US" sz="3600" dirty="0">
                <a:solidFill>
                  <a:srgbClr val="000000"/>
                </a:solidFill>
                <a:latin typeface="Noto Sans"/>
                <a:ea typeface="Noto Sans"/>
                <a:cs typeface="Noto Sans"/>
                <a:sym typeface="Noto Sans"/>
              </a:rPr>
              <a:t> </a:t>
            </a:r>
            <a:r>
              <a:rPr lang="en-US" sz="3600" dirty="0" err="1">
                <a:solidFill>
                  <a:srgbClr val="000000"/>
                </a:solidFill>
                <a:latin typeface="Noto Sans"/>
                <a:ea typeface="Noto Sans"/>
                <a:cs typeface="Noto Sans"/>
                <a:sym typeface="Noto Sans"/>
              </a:rPr>
              <a:t>gây</a:t>
            </a:r>
            <a:r>
              <a:rPr lang="en-US" sz="3600" dirty="0">
                <a:solidFill>
                  <a:srgbClr val="000000"/>
                </a:solidFill>
                <a:latin typeface="Noto Sans"/>
                <a:ea typeface="Noto Sans"/>
                <a:cs typeface="Noto Sans"/>
                <a:sym typeface="Noto Sans"/>
              </a:rPr>
              <a:t> </a:t>
            </a:r>
            <a:r>
              <a:rPr lang="en-US" sz="3600" dirty="0" err="1">
                <a:solidFill>
                  <a:srgbClr val="000000"/>
                </a:solidFill>
                <a:latin typeface="Noto Sans"/>
                <a:ea typeface="Noto Sans"/>
                <a:cs typeface="Noto Sans"/>
                <a:sym typeface="Noto Sans"/>
              </a:rPr>
              <a:t>sai</a:t>
            </a:r>
            <a:r>
              <a:rPr lang="en-US" sz="3600" dirty="0">
                <a:solidFill>
                  <a:srgbClr val="000000"/>
                </a:solidFill>
                <a:latin typeface="Noto Sans"/>
                <a:ea typeface="Noto Sans"/>
                <a:cs typeface="Noto Sans"/>
                <a:sym typeface="Noto Sans"/>
              </a:rPr>
              <a:t> </a:t>
            </a:r>
            <a:r>
              <a:rPr lang="en-US" sz="3600" dirty="0" err="1">
                <a:solidFill>
                  <a:srgbClr val="000000"/>
                </a:solidFill>
                <a:latin typeface="Noto Sans"/>
                <a:ea typeface="Noto Sans"/>
                <a:cs typeface="Noto Sans"/>
                <a:sym typeface="Noto Sans"/>
              </a:rPr>
              <a:t>sót</a:t>
            </a:r>
            <a:r>
              <a:rPr lang="en-US" sz="3600" dirty="0">
                <a:solidFill>
                  <a:srgbClr val="000000"/>
                </a:solidFill>
                <a:latin typeface="Noto Sans"/>
                <a:ea typeface="Noto Sans"/>
                <a:cs typeface="Noto Sans"/>
                <a:sym typeface="Noto Sans"/>
              </a:rPr>
              <a:t>.</a:t>
            </a:r>
          </a:p>
          <a:p>
            <a:pPr marL="571500" indent="-571500" algn="l">
              <a:lnSpc>
                <a:spcPts val="4060"/>
              </a:lnSpc>
              <a:spcBef>
                <a:spcPct val="0"/>
              </a:spcBef>
              <a:buFont typeface="Arial" panose="020B0604020202020204" pitchFamily="34" charset="0"/>
              <a:buChar char="•"/>
            </a:pPr>
            <a:r>
              <a:rPr lang="en-US" sz="3600" dirty="0" err="1" smtClean="0">
                <a:solidFill>
                  <a:srgbClr val="000000"/>
                </a:solidFill>
                <a:latin typeface="Noto Sans"/>
                <a:ea typeface="Noto Sans"/>
                <a:cs typeface="Noto Sans"/>
                <a:sym typeface="Noto Sans"/>
              </a:rPr>
              <a:t>Nhu</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cầu</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tự</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động</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hoá</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khắt</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khe</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trong</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sản</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xuất</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điện</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tử</a:t>
            </a:r>
            <a:r>
              <a:rPr lang="en-US" sz="3600" dirty="0" smtClean="0">
                <a:solidFill>
                  <a:srgbClr val="000000"/>
                </a:solidFill>
                <a:latin typeface="Noto Sans"/>
                <a:ea typeface="Noto Sans"/>
                <a:cs typeface="Noto Sans"/>
                <a:sym typeface="Noto Sans"/>
              </a:rPr>
              <a:t>.</a:t>
            </a:r>
          </a:p>
          <a:p>
            <a:pPr marL="571500" indent="-571500" algn="l">
              <a:lnSpc>
                <a:spcPts val="4060"/>
              </a:lnSpc>
              <a:spcBef>
                <a:spcPct val="0"/>
              </a:spcBef>
              <a:buFont typeface="Arial" panose="020B0604020202020204" pitchFamily="34" charset="0"/>
              <a:buChar char="•"/>
            </a:pPr>
            <a:r>
              <a:rPr lang="en-US" sz="3600" dirty="0" err="1">
                <a:solidFill>
                  <a:srgbClr val="000000"/>
                </a:solidFill>
                <a:latin typeface="Noto Sans"/>
                <a:ea typeface="Noto Sans"/>
                <a:cs typeface="Noto Sans"/>
                <a:sym typeface="Noto Sans"/>
              </a:rPr>
              <a:t>H</a:t>
            </a:r>
            <a:r>
              <a:rPr lang="en-US" sz="3600" dirty="0" err="1" smtClean="0">
                <a:solidFill>
                  <a:srgbClr val="000000"/>
                </a:solidFill>
                <a:latin typeface="Noto Sans"/>
                <a:ea typeface="Noto Sans"/>
                <a:cs typeface="Noto Sans"/>
                <a:sym typeface="Noto Sans"/>
              </a:rPr>
              <a:t>ệ</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thống</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với</a:t>
            </a:r>
            <a:r>
              <a:rPr lang="en-US" sz="3600" dirty="0" smtClean="0">
                <a:solidFill>
                  <a:srgbClr val="000000"/>
                </a:solidFill>
                <a:latin typeface="Noto Sans"/>
                <a:ea typeface="Noto Sans"/>
                <a:cs typeface="Noto Sans"/>
                <a:sym typeface="Noto Sans"/>
              </a:rPr>
              <a:t> chi </a:t>
            </a:r>
            <a:r>
              <a:rPr lang="en-US" sz="3600" dirty="0" err="1" smtClean="0">
                <a:solidFill>
                  <a:srgbClr val="000000"/>
                </a:solidFill>
                <a:latin typeface="Noto Sans"/>
                <a:ea typeface="Noto Sans"/>
                <a:cs typeface="Noto Sans"/>
                <a:sym typeface="Noto Sans"/>
              </a:rPr>
              <a:t>phí</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thấp</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dễ</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triển</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khai</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cho</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doanh</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nghiệp</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vừa</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và</a:t>
            </a:r>
            <a:r>
              <a:rPr lang="en-US" sz="3600" dirty="0" smtClean="0">
                <a:solidFill>
                  <a:srgbClr val="000000"/>
                </a:solidFill>
                <a:latin typeface="Noto Sans"/>
                <a:ea typeface="Noto Sans"/>
                <a:cs typeface="Noto Sans"/>
                <a:sym typeface="Noto Sans"/>
              </a:rPr>
              <a:t> </a:t>
            </a:r>
            <a:r>
              <a:rPr lang="en-US" sz="3600" dirty="0" err="1" smtClean="0">
                <a:solidFill>
                  <a:srgbClr val="000000"/>
                </a:solidFill>
                <a:latin typeface="Noto Sans"/>
                <a:ea typeface="Noto Sans"/>
                <a:cs typeface="Noto Sans"/>
                <a:sym typeface="Noto Sans"/>
              </a:rPr>
              <a:t>nhỏ</a:t>
            </a:r>
            <a:r>
              <a:rPr lang="en-US" sz="3600" dirty="0" smtClean="0">
                <a:solidFill>
                  <a:srgbClr val="000000"/>
                </a:solidFill>
                <a:latin typeface="Noto Sans"/>
                <a:ea typeface="Noto Sans"/>
                <a:cs typeface="Noto Sans"/>
                <a:sym typeface="Noto Sans"/>
              </a:rPr>
              <a:t>.</a:t>
            </a:r>
            <a:endParaRPr lang="en-US" sz="3600" dirty="0">
              <a:solidFill>
                <a:srgbClr val="000000"/>
              </a:solidFill>
              <a:latin typeface="Noto Sans"/>
              <a:ea typeface="Noto Sans"/>
              <a:cs typeface="Noto Sans"/>
              <a:sym typeface="Noto San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065561"/>
            <a:ext cx="16230600" cy="4118501"/>
          </a:xfrm>
          <a:custGeom>
            <a:avLst/>
            <a:gdLst/>
            <a:ahLst/>
            <a:cxnLst/>
            <a:rect l="l" t="t" r="r" b="b"/>
            <a:pathLst>
              <a:path w="16230600" h="4118501">
                <a:moveTo>
                  <a:pt x="0" y="0"/>
                </a:moveTo>
                <a:lnTo>
                  <a:pt x="16230600" y="0"/>
                </a:lnTo>
                <a:lnTo>
                  <a:pt x="16230600" y="4118500"/>
                </a:lnTo>
                <a:lnTo>
                  <a:pt x="0" y="4118500"/>
                </a:lnTo>
                <a:lnTo>
                  <a:pt x="0" y="0"/>
                </a:lnTo>
                <a:close/>
              </a:path>
            </a:pathLst>
          </a:custGeom>
          <a:blipFill>
            <a:blip r:embed="rId3"/>
            <a:stretch>
              <a:fillRect t="-2895" b="-2895"/>
            </a:stretch>
          </a:blipFill>
        </p:spPr>
      </p:sp>
      <p:sp>
        <p:nvSpPr>
          <p:cNvPr id="3" name="TextBox 3"/>
          <p:cNvSpPr txBox="1"/>
          <p:nvPr/>
        </p:nvSpPr>
        <p:spPr>
          <a:xfrm>
            <a:off x="1028700" y="422275"/>
            <a:ext cx="16099405" cy="720726"/>
          </a:xfrm>
          <a:prstGeom prst="rect">
            <a:avLst/>
          </a:prstGeom>
        </p:spPr>
        <p:txBody>
          <a:bodyPr lIns="0" tIns="0" rIns="0" bIns="0" rtlCol="0" anchor="t">
            <a:spAutoFit/>
          </a:bodyPr>
          <a:lstStyle/>
          <a:p>
            <a:pPr marL="0" lvl="0" indent="0" algn="l">
              <a:lnSpc>
                <a:spcPts val="5500"/>
              </a:lnSpc>
            </a:pPr>
            <a:r>
              <a:rPr lang="en-US" sz="5000" b="1" spc="-100">
                <a:solidFill>
                  <a:srgbClr val="4A44BD"/>
                </a:solidFill>
                <a:latin typeface="Be Vietnam Ultra-Bold"/>
                <a:ea typeface="Be Vietnam Ultra-Bold"/>
                <a:cs typeface="Be Vietnam Ultra-Bold"/>
                <a:sym typeface="Be Vietnam Ultra-Bold"/>
              </a:rPr>
              <a:t>CỞ SỞ LÝ THUYẾT</a:t>
            </a:r>
          </a:p>
        </p:txBody>
      </p:sp>
      <p:sp>
        <p:nvSpPr>
          <p:cNvPr id="4" name="TextBox 4"/>
          <p:cNvSpPr txBox="1"/>
          <p:nvPr/>
        </p:nvSpPr>
        <p:spPr>
          <a:xfrm>
            <a:off x="1239554" y="2076303"/>
            <a:ext cx="16165003" cy="1846659"/>
          </a:xfrm>
          <a:prstGeom prst="rect">
            <a:avLst/>
          </a:prstGeom>
        </p:spPr>
        <p:txBody>
          <a:bodyPr lIns="0" tIns="0" rIns="0" bIns="0" rtlCol="0" anchor="t">
            <a:spAutoFit/>
          </a:bodyPr>
          <a:lstStyle/>
          <a:p>
            <a:pPr algn="l">
              <a:lnSpc>
                <a:spcPts val="4779"/>
              </a:lnSpc>
            </a:pPr>
            <a:r>
              <a:rPr lang="en-US" sz="3413" dirty="0" err="1">
                <a:solidFill>
                  <a:srgbClr val="000000"/>
                </a:solidFill>
                <a:latin typeface="Noto Sans"/>
                <a:ea typeface="Noto Sans"/>
                <a:cs typeface="Noto Sans"/>
                <a:sym typeface="Noto Sans"/>
              </a:rPr>
              <a:t>Là</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một</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dây</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chuyền</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công</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nghệ</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khép</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kín</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tự</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động</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hóa</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cao</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đóng</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vai</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trò</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chuyển</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hóa</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một</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tấm</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bảng</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mạch</a:t>
            </a:r>
            <a:r>
              <a:rPr lang="en-US" sz="3413" dirty="0">
                <a:solidFill>
                  <a:srgbClr val="000000"/>
                </a:solidFill>
                <a:latin typeface="Noto Sans"/>
                <a:ea typeface="Noto Sans"/>
                <a:cs typeface="Noto Sans"/>
                <a:sym typeface="Noto Sans"/>
              </a:rPr>
              <a:t> in </a:t>
            </a:r>
            <a:r>
              <a:rPr lang="en-US" sz="3413" dirty="0" err="1">
                <a:solidFill>
                  <a:srgbClr val="000000"/>
                </a:solidFill>
                <a:latin typeface="Noto Sans"/>
                <a:ea typeface="Noto Sans"/>
                <a:cs typeface="Noto Sans"/>
                <a:sym typeface="Noto Sans"/>
              </a:rPr>
              <a:t>trần</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thành</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một</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bo</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mạch</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điện</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tử</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hoàn</a:t>
            </a:r>
            <a:r>
              <a:rPr lang="en-US" sz="3413" dirty="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chỉnh</a:t>
            </a:r>
            <a:r>
              <a:rPr lang="en-US" sz="3413" dirty="0">
                <a:solidFill>
                  <a:srgbClr val="000000"/>
                </a:solidFill>
                <a:latin typeface="Noto Sans"/>
                <a:ea typeface="Noto Sans"/>
                <a:cs typeface="Noto Sans"/>
                <a:sym typeface="Noto Sans"/>
              </a:rPr>
              <a:t>. </a:t>
            </a:r>
            <a:endParaRPr lang="en-US" sz="3413" dirty="0" smtClean="0">
              <a:solidFill>
                <a:srgbClr val="000000"/>
              </a:solidFill>
              <a:latin typeface="Noto Sans"/>
              <a:ea typeface="Noto Sans"/>
              <a:cs typeface="Noto Sans"/>
              <a:sym typeface="Noto Sans"/>
            </a:endParaRPr>
          </a:p>
          <a:p>
            <a:pPr algn="l">
              <a:lnSpc>
                <a:spcPts val="4779"/>
              </a:lnSpc>
            </a:pPr>
            <a:r>
              <a:rPr lang="en-US" sz="3413" dirty="0" err="1" smtClean="0">
                <a:solidFill>
                  <a:srgbClr val="000000"/>
                </a:solidFill>
                <a:latin typeface="Noto Sans"/>
                <a:ea typeface="Noto Sans"/>
                <a:cs typeface="Noto Sans"/>
                <a:sym typeface="Noto Sans"/>
              </a:rPr>
              <a:t>Bao</a:t>
            </a:r>
            <a:r>
              <a:rPr lang="en-US" sz="3413" dirty="0" smtClean="0">
                <a:solidFill>
                  <a:srgbClr val="000000"/>
                </a:solidFill>
                <a:latin typeface="Noto Sans"/>
                <a:ea typeface="Noto Sans"/>
                <a:cs typeface="Noto Sans"/>
                <a:sym typeface="Noto Sans"/>
              </a:rPr>
              <a:t> </a:t>
            </a:r>
            <a:r>
              <a:rPr lang="en-US" sz="3413" dirty="0" err="1">
                <a:solidFill>
                  <a:srgbClr val="000000"/>
                </a:solidFill>
                <a:latin typeface="Noto Sans"/>
                <a:ea typeface="Noto Sans"/>
                <a:cs typeface="Noto Sans"/>
                <a:sym typeface="Noto Sans"/>
              </a:rPr>
              <a:t>gồm</a:t>
            </a:r>
            <a:r>
              <a:rPr lang="en-US" sz="3413" dirty="0">
                <a:solidFill>
                  <a:srgbClr val="000000"/>
                </a:solidFill>
                <a:latin typeface="Noto Sans"/>
                <a:ea typeface="Noto Sans"/>
                <a:cs typeface="Noto Sans"/>
                <a:sym typeface="Noto Sans"/>
              </a:rPr>
              <a:t> </a:t>
            </a:r>
            <a:r>
              <a:rPr lang="en-US" sz="3413" dirty="0" err="1" smtClean="0">
                <a:solidFill>
                  <a:srgbClr val="000000"/>
                </a:solidFill>
                <a:latin typeface="Noto Sans"/>
                <a:ea typeface="Noto Sans"/>
                <a:cs typeface="Noto Sans"/>
                <a:sym typeface="Noto Sans"/>
              </a:rPr>
              <a:t>các</a:t>
            </a:r>
            <a:r>
              <a:rPr lang="en-US" sz="3413" dirty="0" smtClean="0">
                <a:solidFill>
                  <a:srgbClr val="000000"/>
                </a:solidFill>
                <a:latin typeface="Noto Sans"/>
                <a:ea typeface="Noto Sans"/>
                <a:cs typeface="Noto Sans"/>
                <a:sym typeface="Noto Sans"/>
              </a:rPr>
              <a:t> </a:t>
            </a:r>
            <a:r>
              <a:rPr lang="en-US" sz="3413" dirty="0" err="1" smtClean="0">
                <a:solidFill>
                  <a:srgbClr val="000000"/>
                </a:solidFill>
                <a:latin typeface="Noto Sans"/>
                <a:ea typeface="Noto Sans"/>
                <a:cs typeface="Noto Sans"/>
                <a:sym typeface="Noto Sans"/>
              </a:rPr>
              <a:t>giai</a:t>
            </a:r>
            <a:r>
              <a:rPr lang="en-US" sz="3413" dirty="0" smtClean="0">
                <a:solidFill>
                  <a:srgbClr val="000000"/>
                </a:solidFill>
                <a:latin typeface="Noto Sans"/>
                <a:ea typeface="Noto Sans"/>
                <a:cs typeface="Noto Sans"/>
                <a:sym typeface="Noto Sans"/>
              </a:rPr>
              <a:t> </a:t>
            </a:r>
            <a:r>
              <a:rPr lang="en-US" sz="3413" dirty="0" err="1" smtClean="0">
                <a:solidFill>
                  <a:srgbClr val="000000"/>
                </a:solidFill>
                <a:latin typeface="Noto Sans"/>
                <a:ea typeface="Noto Sans"/>
                <a:cs typeface="Noto Sans"/>
                <a:sym typeface="Noto Sans"/>
              </a:rPr>
              <a:t>đoạn</a:t>
            </a:r>
            <a:r>
              <a:rPr lang="en-US" sz="3413" dirty="0" smtClean="0">
                <a:solidFill>
                  <a:srgbClr val="000000"/>
                </a:solidFill>
                <a:latin typeface="Noto Sans"/>
                <a:ea typeface="Noto Sans"/>
                <a:cs typeface="Noto Sans"/>
                <a:sym typeface="Noto Sans"/>
              </a:rPr>
              <a:t> </a:t>
            </a:r>
            <a:r>
              <a:rPr lang="en-US" sz="3413" dirty="0" err="1" smtClean="0">
                <a:solidFill>
                  <a:srgbClr val="000000"/>
                </a:solidFill>
                <a:latin typeface="Noto Sans"/>
                <a:ea typeface="Noto Sans"/>
                <a:cs typeface="Noto Sans"/>
                <a:sym typeface="Noto Sans"/>
              </a:rPr>
              <a:t>sau</a:t>
            </a:r>
            <a:r>
              <a:rPr lang="en-US" sz="3413" dirty="0" smtClean="0">
                <a:solidFill>
                  <a:srgbClr val="000000"/>
                </a:solidFill>
                <a:latin typeface="Noto Sans"/>
                <a:ea typeface="Noto Sans"/>
                <a:cs typeface="Noto Sans"/>
                <a:sym typeface="Noto Sans"/>
              </a:rPr>
              <a:t>:</a:t>
            </a:r>
            <a:endParaRPr lang="en-US" sz="3413" dirty="0">
              <a:solidFill>
                <a:srgbClr val="000000"/>
              </a:solidFill>
              <a:latin typeface="Noto Sans"/>
              <a:ea typeface="Noto Sans"/>
              <a:cs typeface="Noto Sans"/>
              <a:sym typeface="Noto Sans"/>
            </a:endParaRPr>
          </a:p>
        </p:txBody>
      </p:sp>
      <p:sp>
        <p:nvSpPr>
          <p:cNvPr id="5" name="TextBox 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4</a:t>
            </a:r>
          </a:p>
        </p:txBody>
      </p:sp>
      <p:sp>
        <p:nvSpPr>
          <p:cNvPr id="6" name="TextBox 6"/>
          <p:cNvSpPr txBox="1"/>
          <p:nvPr/>
        </p:nvSpPr>
        <p:spPr>
          <a:xfrm>
            <a:off x="1028700" y="4094480"/>
            <a:ext cx="7984105" cy="2103140"/>
          </a:xfrm>
          <a:prstGeom prst="rect">
            <a:avLst/>
          </a:prstGeom>
        </p:spPr>
        <p:txBody>
          <a:bodyPr lIns="0" tIns="0" rIns="0" bIns="0" rtlCol="0" anchor="t">
            <a:spAutoFit/>
          </a:bodyPr>
          <a:lstStyle/>
          <a:p>
            <a:pPr marL="626112" lvl="1" indent="-313056" algn="l">
              <a:lnSpc>
                <a:spcPts val="4060"/>
              </a:lnSpc>
              <a:buAutoNum type="arabicPeriod"/>
            </a:pPr>
            <a:r>
              <a:rPr lang="en-US" sz="2900" dirty="0" smtClean="0">
                <a:solidFill>
                  <a:srgbClr val="000000"/>
                </a:solidFill>
                <a:latin typeface="Noto Sans"/>
                <a:ea typeface="Noto Sans"/>
                <a:cs typeface="Noto Sans"/>
                <a:sym typeface="Noto Sans"/>
              </a:rPr>
              <a:t> </a:t>
            </a:r>
            <a:r>
              <a:rPr lang="en-US" sz="2900" dirty="0" err="1" smtClean="0">
                <a:solidFill>
                  <a:srgbClr val="000000"/>
                </a:solidFill>
                <a:latin typeface="Noto Sans"/>
                <a:ea typeface="Noto Sans"/>
                <a:cs typeface="Noto Sans"/>
                <a:sym typeface="Noto Sans"/>
              </a:rPr>
              <a:t>Chuẩn</a:t>
            </a:r>
            <a:r>
              <a:rPr lang="en-US" sz="2900" dirty="0" smtClean="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bị</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và</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sấy</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bo</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mạch</a:t>
            </a:r>
            <a:r>
              <a:rPr lang="en-US" sz="2900" dirty="0">
                <a:solidFill>
                  <a:srgbClr val="000000"/>
                </a:solidFill>
                <a:latin typeface="Noto Sans"/>
                <a:ea typeface="Noto Sans"/>
                <a:cs typeface="Noto Sans"/>
                <a:sym typeface="Noto Sans"/>
              </a:rPr>
              <a:t>.</a:t>
            </a:r>
          </a:p>
          <a:p>
            <a:pPr marL="626112" lvl="1" indent="-313056" algn="l">
              <a:lnSpc>
                <a:spcPts val="4060"/>
              </a:lnSpc>
              <a:buAutoNum type="arabicPeriod"/>
            </a:pPr>
            <a:r>
              <a:rPr lang="en-US" sz="2900" dirty="0" smtClean="0">
                <a:solidFill>
                  <a:srgbClr val="000000"/>
                </a:solidFill>
                <a:latin typeface="Noto Sans"/>
                <a:ea typeface="Noto Sans"/>
                <a:cs typeface="Noto Sans"/>
                <a:sym typeface="Noto Sans"/>
              </a:rPr>
              <a:t> In </a:t>
            </a:r>
            <a:r>
              <a:rPr lang="en-US" sz="2900" dirty="0" err="1" smtClean="0">
                <a:solidFill>
                  <a:srgbClr val="000000"/>
                </a:solidFill>
                <a:latin typeface="Noto Sans"/>
                <a:ea typeface="Noto Sans"/>
                <a:cs typeface="Noto Sans"/>
                <a:sym typeface="Noto Sans"/>
              </a:rPr>
              <a:t>kem</a:t>
            </a:r>
            <a:r>
              <a:rPr lang="en-US" sz="2900" dirty="0" smtClean="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hàn</a:t>
            </a:r>
            <a:r>
              <a:rPr lang="en-US" sz="2900" dirty="0">
                <a:solidFill>
                  <a:srgbClr val="000000"/>
                </a:solidFill>
                <a:latin typeface="Noto Sans"/>
                <a:ea typeface="Noto Sans"/>
                <a:cs typeface="Noto Sans"/>
                <a:sym typeface="Noto Sans"/>
              </a:rPr>
              <a:t>.</a:t>
            </a:r>
          </a:p>
          <a:p>
            <a:pPr marL="626112" lvl="1" indent="-313056" algn="l">
              <a:lnSpc>
                <a:spcPts val="4060"/>
              </a:lnSpc>
              <a:buAutoNum type="arabicPeriod"/>
            </a:pPr>
            <a:r>
              <a:rPr lang="en-US" sz="2900" dirty="0" smtClean="0">
                <a:solidFill>
                  <a:srgbClr val="000000"/>
                </a:solidFill>
                <a:latin typeface="Noto Sans"/>
                <a:ea typeface="Noto Sans"/>
                <a:cs typeface="Noto Sans"/>
                <a:sym typeface="Noto Sans"/>
              </a:rPr>
              <a:t> </a:t>
            </a:r>
            <a:r>
              <a:rPr lang="en-US" sz="2900" dirty="0" err="1" smtClean="0">
                <a:solidFill>
                  <a:srgbClr val="000000"/>
                </a:solidFill>
                <a:latin typeface="Noto Sans"/>
                <a:ea typeface="Noto Sans"/>
                <a:cs typeface="Noto Sans"/>
                <a:sym typeface="Noto Sans"/>
              </a:rPr>
              <a:t>Gắp</a:t>
            </a:r>
            <a:r>
              <a:rPr lang="en-US" sz="2900" dirty="0" smtClean="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và</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đặt</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linh</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kiện</a:t>
            </a:r>
            <a:r>
              <a:rPr lang="en-US" sz="2900" dirty="0">
                <a:solidFill>
                  <a:srgbClr val="000000"/>
                </a:solidFill>
                <a:latin typeface="Noto Sans"/>
                <a:ea typeface="Noto Sans"/>
                <a:cs typeface="Noto Sans"/>
                <a:sym typeface="Noto Sans"/>
              </a:rPr>
              <a:t>.</a:t>
            </a:r>
          </a:p>
          <a:p>
            <a:pPr marL="626112" lvl="1" indent="-313056" algn="l">
              <a:lnSpc>
                <a:spcPts val="4060"/>
              </a:lnSpc>
              <a:buAutoNum type="arabicPeriod"/>
            </a:pPr>
            <a:r>
              <a:rPr lang="en-US" sz="2900" dirty="0" smtClean="0">
                <a:solidFill>
                  <a:srgbClr val="000000"/>
                </a:solidFill>
                <a:latin typeface="Noto Sans"/>
                <a:ea typeface="Noto Sans"/>
                <a:cs typeface="Noto Sans"/>
                <a:sym typeface="Noto Sans"/>
              </a:rPr>
              <a:t> </a:t>
            </a:r>
            <a:r>
              <a:rPr lang="en-US" sz="2900" dirty="0" err="1" smtClean="0">
                <a:solidFill>
                  <a:srgbClr val="000000"/>
                </a:solidFill>
                <a:latin typeface="Noto Sans"/>
                <a:ea typeface="Noto Sans"/>
                <a:cs typeface="Noto Sans"/>
                <a:sym typeface="Noto Sans"/>
              </a:rPr>
              <a:t>Hàn</a:t>
            </a:r>
            <a:r>
              <a:rPr lang="en-US" sz="2900" dirty="0" smtClean="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nung</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chảy</a:t>
            </a:r>
            <a:r>
              <a:rPr lang="en-US" sz="2900" dirty="0">
                <a:solidFill>
                  <a:srgbClr val="000000"/>
                </a:solidFill>
                <a:latin typeface="Noto Sans"/>
                <a:ea typeface="Noto Sans"/>
                <a:cs typeface="Noto Sans"/>
                <a:sym typeface="Noto Sans"/>
              </a:rPr>
              <a:t>.</a:t>
            </a:r>
          </a:p>
        </p:txBody>
      </p:sp>
      <p:sp>
        <p:nvSpPr>
          <p:cNvPr id="7" name="TextBox 7"/>
          <p:cNvSpPr txBox="1"/>
          <p:nvPr/>
        </p:nvSpPr>
        <p:spPr>
          <a:xfrm>
            <a:off x="9012805" y="4094480"/>
            <a:ext cx="8115300" cy="1577355"/>
          </a:xfrm>
          <a:prstGeom prst="rect">
            <a:avLst/>
          </a:prstGeom>
        </p:spPr>
        <p:txBody>
          <a:bodyPr lIns="0" tIns="0" rIns="0" bIns="0" rtlCol="0" anchor="t">
            <a:spAutoFit/>
          </a:bodyPr>
          <a:lstStyle/>
          <a:p>
            <a:pPr marL="313056" lvl="1" algn="l">
              <a:lnSpc>
                <a:spcPts val="4060"/>
              </a:lnSpc>
            </a:pPr>
            <a:r>
              <a:rPr lang="en-US" sz="2900" dirty="0" smtClean="0">
                <a:solidFill>
                  <a:srgbClr val="000000"/>
                </a:solidFill>
                <a:latin typeface="Noto Sans"/>
                <a:ea typeface="Noto Sans"/>
                <a:cs typeface="Noto Sans"/>
                <a:sym typeface="Noto Sans"/>
              </a:rPr>
              <a:t>5. </a:t>
            </a:r>
            <a:r>
              <a:rPr lang="en-US" sz="2900" dirty="0" err="1" smtClean="0">
                <a:solidFill>
                  <a:srgbClr val="000000"/>
                </a:solidFill>
                <a:latin typeface="Noto Sans"/>
                <a:ea typeface="Noto Sans"/>
                <a:cs typeface="Noto Sans"/>
                <a:sym typeface="Noto Sans"/>
              </a:rPr>
              <a:t>Kiểm</a:t>
            </a:r>
            <a:r>
              <a:rPr lang="en-US" sz="2900" dirty="0" smtClean="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tra</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quang</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học</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sau</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khi</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hàn</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lò</a:t>
            </a:r>
            <a:r>
              <a:rPr lang="en-US" sz="2900" dirty="0">
                <a:solidFill>
                  <a:srgbClr val="000000"/>
                </a:solidFill>
                <a:latin typeface="Noto Sans"/>
                <a:ea typeface="Noto Sans"/>
                <a:cs typeface="Noto Sans"/>
                <a:sym typeface="Noto Sans"/>
              </a:rPr>
              <a:t>.</a:t>
            </a:r>
          </a:p>
          <a:p>
            <a:pPr marL="313056" lvl="1" algn="l">
              <a:lnSpc>
                <a:spcPts val="4060"/>
              </a:lnSpc>
            </a:pPr>
            <a:r>
              <a:rPr lang="en-US" sz="2900" dirty="0" smtClean="0">
                <a:solidFill>
                  <a:srgbClr val="000000"/>
                </a:solidFill>
                <a:latin typeface="Noto Sans"/>
                <a:ea typeface="Noto Sans"/>
                <a:cs typeface="Noto Sans"/>
                <a:sym typeface="Noto Sans"/>
              </a:rPr>
              <a:t>6. </a:t>
            </a:r>
            <a:r>
              <a:rPr lang="en-US" sz="2900" dirty="0" err="1" smtClean="0">
                <a:solidFill>
                  <a:srgbClr val="000000"/>
                </a:solidFill>
                <a:latin typeface="Noto Sans"/>
                <a:ea typeface="Noto Sans"/>
                <a:cs typeface="Noto Sans"/>
                <a:sym typeface="Noto Sans"/>
              </a:rPr>
              <a:t>Hàn</a:t>
            </a:r>
            <a:r>
              <a:rPr lang="en-US" sz="2900" dirty="0" smtClean="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sóng</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linh</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kiện</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xuyên</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lỗ</a:t>
            </a:r>
            <a:r>
              <a:rPr lang="en-US" sz="2900" dirty="0">
                <a:solidFill>
                  <a:srgbClr val="000000"/>
                </a:solidFill>
                <a:latin typeface="Noto Sans"/>
                <a:ea typeface="Noto Sans"/>
                <a:cs typeface="Noto Sans"/>
                <a:sym typeface="Noto Sans"/>
              </a:rPr>
              <a:t>.</a:t>
            </a:r>
          </a:p>
          <a:p>
            <a:pPr marL="313056" lvl="1" algn="l">
              <a:lnSpc>
                <a:spcPts val="4060"/>
              </a:lnSpc>
            </a:pPr>
            <a:r>
              <a:rPr lang="en-US" sz="2900" dirty="0" smtClean="0">
                <a:solidFill>
                  <a:srgbClr val="000000"/>
                </a:solidFill>
                <a:latin typeface="Noto Sans"/>
                <a:ea typeface="Noto Sans"/>
                <a:cs typeface="Noto Sans"/>
                <a:sym typeface="Noto Sans"/>
              </a:rPr>
              <a:t>7. </a:t>
            </a:r>
            <a:r>
              <a:rPr lang="en-US" sz="2900" dirty="0" err="1" smtClean="0">
                <a:solidFill>
                  <a:srgbClr val="000000"/>
                </a:solidFill>
                <a:latin typeface="Noto Sans"/>
                <a:ea typeface="Noto Sans"/>
                <a:cs typeface="Noto Sans"/>
                <a:sym typeface="Noto Sans"/>
              </a:rPr>
              <a:t>Kiểm</a:t>
            </a:r>
            <a:r>
              <a:rPr lang="en-US" sz="2900" dirty="0" smtClean="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tra</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chức</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năng</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hoàn</a:t>
            </a:r>
            <a:r>
              <a:rPr lang="en-US" sz="2900" dirty="0">
                <a:solidFill>
                  <a:srgbClr val="000000"/>
                </a:solidFill>
                <a:latin typeface="Noto Sans"/>
                <a:ea typeface="Noto Sans"/>
                <a:cs typeface="Noto Sans"/>
                <a:sym typeface="Noto Sans"/>
              </a:rPr>
              <a:t> </a:t>
            </a:r>
            <a:r>
              <a:rPr lang="en-US" sz="2900" dirty="0" err="1">
                <a:solidFill>
                  <a:srgbClr val="000000"/>
                </a:solidFill>
                <a:latin typeface="Noto Sans"/>
                <a:ea typeface="Noto Sans"/>
                <a:cs typeface="Noto Sans"/>
                <a:sym typeface="Noto Sans"/>
              </a:rPr>
              <a:t>thiện</a:t>
            </a:r>
            <a:r>
              <a:rPr lang="en-US" sz="2900" dirty="0">
                <a:solidFill>
                  <a:srgbClr val="000000"/>
                </a:solidFill>
                <a:latin typeface="Noto Sans"/>
                <a:ea typeface="Noto Sans"/>
                <a:cs typeface="Noto Sans"/>
                <a:sym typeface="Noto Sans"/>
              </a:rPr>
              <a:t>.</a:t>
            </a:r>
          </a:p>
        </p:txBody>
      </p:sp>
      <p:sp>
        <p:nvSpPr>
          <p:cNvPr id="8" name="TextBox 8"/>
          <p:cNvSpPr txBox="1"/>
          <p:nvPr/>
        </p:nvSpPr>
        <p:spPr>
          <a:xfrm>
            <a:off x="1239553" y="1371453"/>
            <a:ext cx="15888551" cy="754950"/>
          </a:xfrm>
          <a:prstGeom prst="rect">
            <a:avLst/>
          </a:prstGeom>
        </p:spPr>
        <p:txBody>
          <a:bodyPr wrap="square" lIns="0" tIns="0" rIns="0" bIns="0" rtlCol="0" anchor="t">
            <a:spAutoFit/>
          </a:bodyPr>
          <a:lstStyle/>
          <a:p>
            <a:pPr algn="l">
              <a:lnSpc>
                <a:spcPts val="6300"/>
              </a:lnSpc>
            </a:pPr>
            <a:r>
              <a:rPr lang="en-US" sz="4500" b="1" dirty="0">
                <a:solidFill>
                  <a:srgbClr val="000000"/>
                </a:solidFill>
                <a:latin typeface="Noto Sans Bold"/>
                <a:ea typeface="Noto Sans Bold"/>
                <a:cs typeface="Noto Sans Bold"/>
                <a:sym typeface="Noto Sans Bold"/>
              </a:rPr>
              <a:t>Qui </a:t>
            </a:r>
            <a:r>
              <a:rPr lang="en-US" sz="4500" b="1" dirty="0" err="1" smtClean="0">
                <a:solidFill>
                  <a:srgbClr val="000000"/>
                </a:solidFill>
                <a:latin typeface="Noto Sans Bold"/>
                <a:ea typeface="Noto Sans Bold"/>
                <a:cs typeface="Noto Sans Bold"/>
                <a:sym typeface="Noto Sans Bold"/>
              </a:rPr>
              <a:t>trình</a:t>
            </a:r>
            <a:r>
              <a:rPr lang="en-US" sz="4500" b="1" dirty="0" smtClean="0">
                <a:solidFill>
                  <a:srgbClr val="000000"/>
                </a:solidFill>
                <a:latin typeface="Noto Sans Bold"/>
                <a:ea typeface="Noto Sans Bold"/>
                <a:cs typeface="Noto Sans Bold"/>
                <a:sym typeface="Noto Sans Bold"/>
              </a:rPr>
              <a:t> </a:t>
            </a:r>
            <a:r>
              <a:rPr lang="en-US" sz="4500" b="1" dirty="0" err="1" smtClean="0">
                <a:solidFill>
                  <a:srgbClr val="000000"/>
                </a:solidFill>
                <a:latin typeface="Noto Sans Bold"/>
                <a:ea typeface="Noto Sans Bold"/>
                <a:cs typeface="Noto Sans Bold"/>
                <a:sym typeface="Noto Sans Bold"/>
              </a:rPr>
              <a:t>hàn</a:t>
            </a:r>
            <a:r>
              <a:rPr lang="en-US" sz="4500" b="1" dirty="0" smtClean="0">
                <a:solidFill>
                  <a:srgbClr val="000000"/>
                </a:solidFill>
                <a:latin typeface="Noto Sans Bold"/>
                <a:ea typeface="Noto Sans Bold"/>
                <a:cs typeface="Noto Sans Bold"/>
                <a:sym typeface="Noto Sans Bold"/>
              </a:rPr>
              <a:t> </a:t>
            </a:r>
            <a:r>
              <a:rPr lang="en-US" sz="4500" b="1" dirty="0" err="1" smtClean="0">
                <a:solidFill>
                  <a:srgbClr val="000000"/>
                </a:solidFill>
                <a:latin typeface="Noto Sans Bold"/>
                <a:ea typeface="Noto Sans Bold"/>
                <a:cs typeface="Noto Sans Bold"/>
                <a:sym typeface="Noto Sans Bold"/>
              </a:rPr>
              <a:t>lắp</a:t>
            </a:r>
            <a:r>
              <a:rPr lang="en-US" sz="4500" b="1" dirty="0" smtClean="0">
                <a:solidFill>
                  <a:srgbClr val="000000"/>
                </a:solidFill>
                <a:latin typeface="Noto Sans Bold"/>
                <a:ea typeface="Noto Sans Bold"/>
                <a:cs typeface="Noto Sans Bold"/>
                <a:sym typeface="Noto Sans Bold"/>
              </a:rPr>
              <a:t> </a:t>
            </a:r>
            <a:r>
              <a:rPr lang="en-US" sz="4500" b="1" dirty="0" err="1" smtClean="0">
                <a:solidFill>
                  <a:srgbClr val="000000"/>
                </a:solidFill>
                <a:latin typeface="Noto Sans Bold"/>
                <a:ea typeface="Noto Sans Bold"/>
                <a:cs typeface="Noto Sans Bold"/>
                <a:sym typeface="Noto Sans Bold"/>
              </a:rPr>
              <a:t>linh</a:t>
            </a:r>
            <a:r>
              <a:rPr lang="en-US" sz="4500" b="1" dirty="0" smtClean="0">
                <a:solidFill>
                  <a:srgbClr val="000000"/>
                </a:solidFill>
                <a:latin typeface="Noto Sans Bold"/>
                <a:ea typeface="Noto Sans Bold"/>
                <a:cs typeface="Noto Sans Bold"/>
                <a:sym typeface="Noto Sans Bold"/>
              </a:rPr>
              <a:t> </a:t>
            </a:r>
            <a:r>
              <a:rPr lang="en-US" sz="4500" b="1" dirty="0" err="1" smtClean="0">
                <a:solidFill>
                  <a:srgbClr val="000000"/>
                </a:solidFill>
                <a:latin typeface="Noto Sans Bold"/>
                <a:ea typeface="Noto Sans Bold"/>
                <a:cs typeface="Noto Sans Bold"/>
                <a:sym typeface="Noto Sans Bold"/>
              </a:rPr>
              <a:t>kiện</a:t>
            </a:r>
            <a:r>
              <a:rPr lang="en-US" sz="4500" b="1" dirty="0" smtClean="0">
                <a:solidFill>
                  <a:srgbClr val="000000"/>
                </a:solidFill>
                <a:latin typeface="Noto Sans Bold"/>
                <a:ea typeface="Noto Sans Bold"/>
                <a:cs typeface="Noto Sans Bold"/>
                <a:sym typeface="Noto Sans Bold"/>
              </a:rPr>
              <a:t> - PCBA</a:t>
            </a:r>
            <a:endParaRPr lang="en-US" sz="4500" b="1" dirty="0">
              <a:solidFill>
                <a:srgbClr val="000000"/>
              </a:solidFill>
              <a:latin typeface="Noto Sans Bold"/>
              <a:ea typeface="Noto Sans Bold"/>
              <a:cs typeface="Noto Sans Bold"/>
              <a:sym typeface="Noto Sans Bold"/>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832643" y="1028700"/>
            <a:ext cx="3557983" cy="3918017"/>
          </a:xfrm>
          <a:custGeom>
            <a:avLst/>
            <a:gdLst/>
            <a:ahLst/>
            <a:cxnLst/>
            <a:rect l="l" t="t" r="r" b="b"/>
            <a:pathLst>
              <a:path w="3557983" h="3918017">
                <a:moveTo>
                  <a:pt x="0" y="0"/>
                </a:moveTo>
                <a:lnTo>
                  <a:pt x="3557984" y="0"/>
                </a:lnTo>
                <a:lnTo>
                  <a:pt x="3557984" y="3918017"/>
                </a:lnTo>
                <a:lnTo>
                  <a:pt x="0" y="3918017"/>
                </a:lnTo>
                <a:lnTo>
                  <a:pt x="0" y="0"/>
                </a:lnTo>
                <a:close/>
              </a:path>
            </a:pathLst>
          </a:custGeom>
          <a:blipFill>
            <a:blip r:embed="rId3"/>
            <a:stretch>
              <a:fillRect/>
            </a:stretch>
          </a:blipFill>
        </p:spPr>
      </p:sp>
      <p:sp>
        <p:nvSpPr>
          <p:cNvPr id="3" name="Freeform 3"/>
          <p:cNvSpPr/>
          <p:nvPr/>
        </p:nvSpPr>
        <p:spPr>
          <a:xfrm>
            <a:off x="11558829" y="5591153"/>
            <a:ext cx="6105611" cy="3667147"/>
          </a:xfrm>
          <a:custGeom>
            <a:avLst/>
            <a:gdLst/>
            <a:ahLst/>
            <a:cxnLst/>
            <a:rect l="l" t="t" r="r" b="b"/>
            <a:pathLst>
              <a:path w="6105611" h="3667147">
                <a:moveTo>
                  <a:pt x="0" y="0"/>
                </a:moveTo>
                <a:lnTo>
                  <a:pt x="6105611" y="0"/>
                </a:lnTo>
                <a:lnTo>
                  <a:pt x="6105611" y="3667147"/>
                </a:lnTo>
                <a:lnTo>
                  <a:pt x="0" y="3667147"/>
                </a:lnTo>
                <a:lnTo>
                  <a:pt x="0" y="0"/>
                </a:lnTo>
                <a:close/>
              </a:path>
            </a:pathLst>
          </a:custGeom>
          <a:blipFill>
            <a:blip r:embed="rId4"/>
            <a:stretch>
              <a:fillRect/>
            </a:stretch>
          </a:blipFill>
        </p:spPr>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4A44BD"/>
                </a:solidFill>
                <a:latin typeface="Noto Sans"/>
                <a:ea typeface="Noto Sans"/>
                <a:cs typeface="Noto Sans"/>
                <a:sym typeface="Noto Sans"/>
              </a:rPr>
              <a:t>5</a:t>
            </a:r>
          </a:p>
        </p:txBody>
      </p:sp>
      <p:sp>
        <p:nvSpPr>
          <p:cNvPr id="5" name="TextBox 5"/>
          <p:cNvSpPr txBox="1"/>
          <p:nvPr/>
        </p:nvSpPr>
        <p:spPr>
          <a:xfrm>
            <a:off x="725766" y="4229100"/>
            <a:ext cx="9862184" cy="1805302"/>
          </a:xfrm>
          <a:prstGeom prst="rect">
            <a:avLst/>
          </a:prstGeom>
        </p:spPr>
        <p:txBody>
          <a:bodyPr lIns="0" tIns="0" rIns="0" bIns="0" rtlCol="0" anchor="t">
            <a:spAutoFit/>
          </a:bodyPr>
          <a:lstStyle/>
          <a:p>
            <a:pPr>
              <a:lnSpc>
                <a:spcPts val="4759"/>
              </a:lnSpc>
            </a:pPr>
            <a:r>
              <a:rPr lang="vi-VN" sz="3399" dirty="0">
                <a:solidFill>
                  <a:srgbClr val="000000"/>
                </a:solidFill>
                <a:latin typeface="Noto Sans"/>
                <a:ea typeface="Noto Sans"/>
                <a:cs typeface="Noto Sans"/>
                <a:sym typeface="Noto Sans"/>
              </a:rPr>
              <a:t>Kiểm tra không tiếp xúc bằng thị giác máy tính. Vượt trội hơn con người về tốc độ, độ lặp lại và khả năng vận hành liên tục không giảm thị lực.</a:t>
            </a:r>
            <a:endParaRPr lang="en-US" sz="3399" dirty="0">
              <a:solidFill>
                <a:srgbClr val="000000"/>
              </a:solidFill>
              <a:latin typeface="Noto Sans"/>
              <a:ea typeface="Noto Sans"/>
              <a:cs typeface="Noto Sans"/>
              <a:sym typeface="Noto Sans"/>
            </a:endParaRPr>
          </a:p>
        </p:txBody>
      </p:sp>
      <p:sp>
        <p:nvSpPr>
          <p:cNvPr id="6" name="TextBox 6"/>
          <p:cNvSpPr txBox="1"/>
          <p:nvPr/>
        </p:nvSpPr>
        <p:spPr>
          <a:xfrm>
            <a:off x="914400" y="2640902"/>
            <a:ext cx="8953500" cy="807913"/>
          </a:xfrm>
          <a:prstGeom prst="rect">
            <a:avLst/>
          </a:prstGeom>
        </p:spPr>
        <p:txBody>
          <a:bodyPr wrap="square" lIns="0" tIns="0" rIns="0" bIns="0" rtlCol="0" anchor="t">
            <a:spAutoFit/>
          </a:bodyPr>
          <a:lstStyle/>
          <a:p>
            <a:pPr algn="l">
              <a:lnSpc>
                <a:spcPts val="6300"/>
              </a:lnSpc>
            </a:pPr>
            <a:r>
              <a:rPr lang="en-US" sz="4500" b="1" dirty="0" err="1">
                <a:solidFill>
                  <a:srgbClr val="000000"/>
                </a:solidFill>
                <a:latin typeface="Noto Sans Bold"/>
                <a:ea typeface="Noto Sans Bold"/>
                <a:cs typeface="Noto Sans Bold"/>
                <a:sym typeface="Noto Sans Bold"/>
              </a:rPr>
              <a:t>Kiểm</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tra</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quang</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học</a:t>
            </a:r>
            <a:r>
              <a:rPr lang="en-US" sz="4500" b="1" dirty="0">
                <a:solidFill>
                  <a:srgbClr val="000000"/>
                </a:solidFill>
                <a:latin typeface="Noto Sans Bold"/>
                <a:ea typeface="Noto Sans Bold"/>
                <a:cs typeface="Noto Sans Bold"/>
                <a:sym typeface="Noto Sans Bold"/>
              </a:rPr>
              <a:t> - AOI</a:t>
            </a:r>
          </a:p>
        </p:txBody>
      </p:sp>
      <p:sp>
        <p:nvSpPr>
          <p:cNvPr id="7" name="TextBox 7"/>
          <p:cNvSpPr txBox="1"/>
          <p:nvPr/>
        </p:nvSpPr>
        <p:spPr>
          <a:xfrm>
            <a:off x="1028700" y="422275"/>
            <a:ext cx="16099405" cy="720726"/>
          </a:xfrm>
          <a:prstGeom prst="rect">
            <a:avLst/>
          </a:prstGeom>
        </p:spPr>
        <p:txBody>
          <a:bodyPr lIns="0" tIns="0" rIns="0" bIns="0" rtlCol="0" anchor="t">
            <a:spAutoFit/>
          </a:bodyPr>
          <a:lstStyle/>
          <a:p>
            <a:pPr marL="0" lvl="0" indent="0" algn="l">
              <a:lnSpc>
                <a:spcPts val="5500"/>
              </a:lnSpc>
            </a:pPr>
            <a:r>
              <a:rPr lang="en-US" sz="5000" b="1" spc="-100">
                <a:solidFill>
                  <a:srgbClr val="4A44BD"/>
                </a:solidFill>
                <a:latin typeface="Be Vietnam Ultra-Bold"/>
                <a:ea typeface="Be Vietnam Ultra-Bold"/>
                <a:cs typeface="Be Vietnam Ultra-Bold"/>
                <a:sym typeface="Be Vietnam Ultra-Bold"/>
              </a:rPr>
              <a:t>CỞ SỞ LÝ THUYẾT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890884" y="2125702"/>
            <a:ext cx="7172501" cy="6930901"/>
          </a:xfrm>
          <a:custGeom>
            <a:avLst/>
            <a:gdLst/>
            <a:ahLst/>
            <a:cxnLst/>
            <a:rect l="l" t="t" r="r" b="b"/>
            <a:pathLst>
              <a:path w="7172501" h="6930901">
                <a:moveTo>
                  <a:pt x="0" y="0"/>
                </a:moveTo>
                <a:lnTo>
                  <a:pt x="7172501" y="0"/>
                </a:lnTo>
                <a:lnTo>
                  <a:pt x="7172501" y="6930902"/>
                </a:lnTo>
                <a:lnTo>
                  <a:pt x="0" y="6930902"/>
                </a:lnTo>
                <a:lnTo>
                  <a:pt x="0" y="0"/>
                </a:lnTo>
                <a:close/>
              </a:path>
            </a:pathLst>
          </a:custGeom>
          <a:blipFill>
            <a:blip r:embed="rId3"/>
            <a:stretch>
              <a:fillRect/>
            </a:stretch>
          </a:blipFill>
        </p:spPr>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4A44BD"/>
                </a:solidFill>
                <a:latin typeface="Noto Sans"/>
                <a:ea typeface="Noto Sans"/>
                <a:cs typeface="Noto Sans"/>
                <a:sym typeface="Noto Sans"/>
              </a:rPr>
              <a:t>6</a:t>
            </a:r>
          </a:p>
        </p:txBody>
      </p:sp>
      <p:sp>
        <p:nvSpPr>
          <p:cNvPr id="4" name="TextBox 4"/>
          <p:cNvSpPr txBox="1"/>
          <p:nvPr/>
        </p:nvSpPr>
        <p:spPr>
          <a:xfrm>
            <a:off x="897117" y="3162300"/>
            <a:ext cx="10245366" cy="3166110"/>
          </a:xfrm>
          <a:prstGeom prst="rect">
            <a:avLst/>
          </a:prstGeom>
        </p:spPr>
        <p:txBody>
          <a:bodyPr lIns="0" tIns="0" rIns="0" bIns="0" rtlCol="0" anchor="t">
            <a:spAutoFit/>
          </a:bodyPr>
          <a:lstStyle/>
          <a:p>
            <a:pPr algn="l">
              <a:lnSpc>
                <a:spcPts val="5039"/>
              </a:lnSpc>
            </a:pPr>
            <a:r>
              <a:rPr lang="en-US" sz="3599" dirty="0" err="1">
                <a:solidFill>
                  <a:srgbClr val="000000"/>
                </a:solidFill>
                <a:latin typeface="Noto Sans"/>
                <a:ea typeface="Noto Sans"/>
                <a:cs typeface="Noto Sans"/>
                <a:sym typeface="Noto Sans"/>
              </a:rPr>
              <a:t>Tiêu</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chuẩn</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hoạt</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động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dựa</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vào</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ba</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phần</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cốt</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lõi</a:t>
            </a:r>
            <a:r>
              <a:rPr lang="en-US" sz="3599" dirty="0">
                <a:solidFill>
                  <a:srgbClr val="000000"/>
                </a:solidFill>
                <a:latin typeface="Noto Sans"/>
                <a:ea typeface="Noto Sans"/>
                <a:cs typeface="Noto Sans"/>
                <a:sym typeface="Noto Sans"/>
              </a:rPr>
              <a:t>:</a:t>
            </a:r>
          </a:p>
          <a:p>
            <a:pPr marL="777238" lvl="1" indent="-388619" algn="l">
              <a:lnSpc>
                <a:spcPts val="5039"/>
              </a:lnSpc>
              <a:buFont typeface="Arial"/>
              <a:buChar char="•"/>
            </a:pPr>
            <a:r>
              <a:rPr lang="en-US" sz="3599" dirty="0" err="1">
                <a:solidFill>
                  <a:srgbClr val="000000"/>
                </a:solidFill>
                <a:latin typeface="Noto Sans"/>
                <a:ea typeface="Noto Sans"/>
                <a:cs typeface="Noto Sans"/>
                <a:sym typeface="Noto Sans"/>
              </a:rPr>
              <a:t>Hệ</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thống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chiếu</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sáng</a:t>
            </a:r>
            <a:r>
              <a:rPr lang="en-US" sz="3599" dirty="0">
                <a:solidFill>
                  <a:srgbClr val="000000"/>
                </a:solidFill>
                <a:latin typeface="Noto Sans"/>
                <a:ea typeface="Noto Sans"/>
                <a:cs typeface="Noto Sans"/>
                <a:sym typeface="Noto Sans"/>
              </a:rPr>
              <a:t>.</a:t>
            </a:r>
          </a:p>
          <a:p>
            <a:pPr marL="777238" lvl="1" indent="-388619" algn="l">
              <a:lnSpc>
                <a:spcPts val="5039"/>
              </a:lnSpc>
              <a:buFont typeface="Arial"/>
              <a:buChar char="•"/>
            </a:pPr>
            <a:r>
              <a:rPr lang="en-US" sz="3599" dirty="0" err="1">
                <a:solidFill>
                  <a:srgbClr val="000000"/>
                </a:solidFill>
                <a:latin typeface="Noto Sans"/>
                <a:ea typeface="Noto Sans"/>
                <a:cs typeface="Noto Sans"/>
                <a:sym typeface="Noto Sans"/>
              </a:rPr>
              <a:t>Hệ</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thống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thu</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nhận</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hình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ảnh</a:t>
            </a:r>
            <a:r>
              <a:rPr lang="en-US" sz="3599" dirty="0">
                <a:solidFill>
                  <a:srgbClr val="000000"/>
                </a:solidFill>
                <a:latin typeface="Noto Sans"/>
                <a:ea typeface="Noto Sans"/>
                <a:cs typeface="Noto Sans"/>
                <a:sym typeface="Noto Sans"/>
              </a:rPr>
              <a:t>.</a:t>
            </a:r>
          </a:p>
          <a:p>
            <a:pPr marL="777238" lvl="1" indent="-388619" algn="l">
              <a:lnSpc>
                <a:spcPts val="5039"/>
              </a:lnSpc>
              <a:buFont typeface="Arial"/>
              <a:buChar char="•"/>
            </a:pPr>
            <a:r>
              <a:rPr lang="en-US" sz="3599" dirty="0" err="1">
                <a:solidFill>
                  <a:srgbClr val="000000"/>
                </a:solidFill>
                <a:latin typeface="Noto Sans"/>
                <a:ea typeface="Noto Sans"/>
                <a:cs typeface="Noto Sans"/>
                <a:sym typeface="Noto Sans"/>
              </a:rPr>
              <a:t>Phần</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mềm</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xử</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lý</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ảnh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và</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thuật</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toán</a:t>
            </a:r>
            <a:r>
              <a:rPr lang="en-US" sz="3599" dirty="0">
                <a:solidFill>
                  <a:srgbClr val="000000"/>
                </a:solidFill>
                <a:latin typeface="Noto Sans"/>
                <a:ea typeface="Noto Sans"/>
                <a:cs typeface="Noto Sans"/>
                <a:sym typeface="Noto Sans"/>
              </a:rPr>
              <a:t>.</a:t>
            </a:r>
          </a:p>
          <a:p>
            <a:pPr algn="l">
              <a:lnSpc>
                <a:spcPts val="5039"/>
              </a:lnSpc>
            </a:pPr>
            <a:endParaRPr lang="en-US" sz="3599" dirty="0">
              <a:solidFill>
                <a:srgbClr val="000000"/>
              </a:solidFill>
              <a:latin typeface="Noto Sans"/>
              <a:ea typeface="Noto Sans"/>
              <a:cs typeface="Noto Sans"/>
              <a:sym typeface="Noto Sans"/>
            </a:endParaRPr>
          </a:p>
        </p:txBody>
      </p:sp>
      <p:sp>
        <p:nvSpPr>
          <p:cNvPr id="5" name="TextBox 5"/>
          <p:cNvSpPr txBox="1"/>
          <p:nvPr/>
        </p:nvSpPr>
        <p:spPr>
          <a:xfrm>
            <a:off x="1028700" y="422275"/>
            <a:ext cx="16099405" cy="720726"/>
          </a:xfrm>
          <a:prstGeom prst="rect">
            <a:avLst/>
          </a:prstGeom>
        </p:spPr>
        <p:txBody>
          <a:bodyPr lIns="0" tIns="0" rIns="0" bIns="0" rtlCol="0" anchor="t">
            <a:spAutoFit/>
          </a:bodyPr>
          <a:lstStyle/>
          <a:p>
            <a:pPr marL="0" lvl="0" indent="0" algn="l">
              <a:lnSpc>
                <a:spcPts val="5500"/>
              </a:lnSpc>
            </a:pPr>
            <a:r>
              <a:rPr lang="en-US" sz="5000" b="1" spc="-100">
                <a:solidFill>
                  <a:srgbClr val="4A44BD"/>
                </a:solidFill>
                <a:latin typeface="Be Vietnam Ultra-Bold"/>
                <a:ea typeface="Be Vietnam Ultra-Bold"/>
                <a:cs typeface="Be Vietnam Ultra-Bold"/>
                <a:sym typeface="Be Vietnam Ultra-Bold"/>
              </a:rPr>
              <a:t>CỞ SỞ LÝ THUYẾT</a:t>
            </a:r>
          </a:p>
        </p:txBody>
      </p:sp>
      <p:sp>
        <p:nvSpPr>
          <p:cNvPr id="6" name="TextBox 6"/>
          <p:cNvSpPr txBox="1"/>
          <p:nvPr/>
        </p:nvSpPr>
        <p:spPr>
          <a:xfrm>
            <a:off x="1028700" y="1862433"/>
            <a:ext cx="4991100" cy="807913"/>
          </a:xfrm>
          <a:prstGeom prst="rect">
            <a:avLst/>
          </a:prstGeom>
        </p:spPr>
        <p:txBody>
          <a:bodyPr wrap="square" lIns="0" tIns="0" rIns="0" bIns="0" rtlCol="0" anchor="t">
            <a:spAutoFit/>
          </a:bodyPr>
          <a:lstStyle/>
          <a:p>
            <a:pPr algn="l">
              <a:lnSpc>
                <a:spcPts val="6300"/>
              </a:lnSpc>
            </a:pPr>
            <a:r>
              <a:rPr lang="en-US" sz="4500" b="1" dirty="0" err="1">
                <a:solidFill>
                  <a:srgbClr val="000000"/>
                </a:solidFill>
                <a:latin typeface="Noto Sans Bold"/>
                <a:ea typeface="Noto Sans Bold"/>
                <a:cs typeface="Noto Sans Bold"/>
                <a:sym typeface="Noto Sans Bold"/>
              </a:rPr>
              <a:t>Hệ</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thống</a:t>
            </a:r>
            <a:r>
              <a:rPr lang="en-US" sz="4500" b="1" dirty="0">
                <a:solidFill>
                  <a:srgbClr val="000000"/>
                </a:solidFill>
                <a:latin typeface="Noto Sans Bold"/>
                <a:ea typeface="Noto Sans Bold"/>
                <a:cs typeface="Noto Sans Bold"/>
                <a:sym typeface="Noto Sans Bold"/>
              </a:rPr>
              <a:t> AOI</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431800"/>
            <a:ext cx="16099405" cy="866775"/>
          </a:xfrm>
          <a:prstGeom prst="rect">
            <a:avLst/>
          </a:prstGeom>
        </p:spPr>
        <p:txBody>
          <a:bodyPr lIns="0" tIns="0" rIns="0" bIns="0" rtlCol="0" anchor="t">
            <a:spAutoFit/>
          </a:bodyPr>
          <a:lstStyle/>
          <a:p>
            <a:pPr marL="0" lvl="0" indent="0" algn="l">
              <a:lnSpc>
                <a:spcPts val="6600"/>
              </a:lnSpc>
            </a:pPr>
            <a:r>
              <a:rPr lang="en-US" sz="6000" b="1" spc="-120">
                <a:solidFill>
                  <a:srgbClr val="4A44BD"/>
                </a:solidFill>
                <a:latin typeface="Be Vietnam Ultra-Bold"/>
                <a:ea typeface="Be Vietnam Ultra-Bold"/>
                <a:cs typeface="Be Vietnam Ultra-Bold"/>
                <a:sym typeface="Be Vietnam Ultra-Bold"/>
              </a:rPr>
              <a:t>THIẾT KẾ HỆ THỐNG </a:t>
            </a:r>
          </a:p>
        </p:txBody>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4A44BD"/>
                </a:solidFill>
                <a:latin typeface="Noto Sans"/>
                <a:ea typeface="Noto Sans"/>
                <a:cs typeface="Noto Sans"/>
                <a:sym typeface="Noto Sans"/>
              </a:rPr>
              <a:t>7</a:t>
            </a:r>
          </a:p>
        </p:txBody>
      </p:sp>
      <p:sp>
        <p:nvSpPr>
          <p:cNvPr id="4" name="Freeform 4"/>
          <p:cNvSpPr/>
          <p:nvPr/>
        </p:nvSpPr>
        <p:spPr>
          <a:xfrm>
            <a:off x="12192000" y="2238019"/>
            <a:ext cx="5940217" cy="5598706"/>
          </a:xfrm>
          <a:custGeom>
            <a:avLst/>
            <a:gdLst/>
            <a:ahLst/>
            <a:cxnLst/>
            <a:rect l="l" t="t" r="r" b="b"/>
            <a:pathLst>
              <a:path w="5940217" h="5598706">
                <a:moveTo>
                  <a:pt x="0" y="0"/>
                </a:moveTo>
                <a:lnTo>
                  <a:pt x="5940217" y="0"/>
                </a:lnTo>
                <a:lnTo>
                  <a:pt x="5940217" y="5598706"/>
                </a:lnTo>
                <a:lnTo>
                  <a:pt x="0" y="5598706"/>
                </a:lnTo>
                <a:lnTo>
                  <a:pt x="0" y="0"/>
                </a:lnTo>
                <a:close/>
              </a:path>
            </a:pathLst>
          </a:custGeom>
          <a:blipFill>
            <a:blip r:embed="rId3"/>
            <a:stretch>
              <a:fillRect/>
            </a:stretch>
          </a:blipFill>
        </p:spPr>
      </p:sp>
      <p:sp>
        <p:nvSpPr>
          <p:cNvPr id="5" name="TextBox 5"/>
          <p:cNvSpPr txBox="1"/>
          <p:nvPr/>
        </p:nvSpPr>
        <p:spPr>
          <a:xfrm>
            <a:off x="1028700" y="1862433"/>
            <a:ext cx="10934700" cy="807913"/>
          </a:xfrm>
          <a:prstGeom prst="rect">
            <a:avLst/>
          </a:prstGeom>
        </p:spPr>
        <p:txBody>
          <a:bodyPr wrap="square" lIns="0" tIns="0" rIns="0" bIns="0" rtlCol="0" anchor="t">
            <a:spAutoFit/>
          </a:bodyPr>
          <a:lstStyle/>
          <a:p>
            <a:pPr algn="l">
              <a:lnSpc>
                <a:spcPts val="6300"/>
              </a:lnSpc>
            </a:pPr>
            <a:r>
              <a:rPr lang="en-US" sz="4500" b="1" dirty="0" err="1">
                <a:solidFill>
                  <a:srgbClr val="000000"/>
                </a:solidFill>
                <a:latin typeface="Noto Sans Bold"/>
                <a:ea typeface="Noto Sans Bold"/>
                <a:cs typeface="Noto Sans Bold"/>
                <a:sym typeface="Noto Sans Bold"/>
              </a:rPr>
              <a:t>Thiết</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kế</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hệ</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thống</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tổng</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quát</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gồm</a:t>
            </a:r>
            <a:r>
              <a:rPr lang="en-US" sz="4500" b="1" dirty="0">
                <a:solidFill>
                  <a:srgbClr val="000000"/>
                </a:solidFill>
                <a:latin typeface="Noto Sans Bold"/>
                <a:ea typeface="Noto Sans Bold"/>
                <a:cs typeface="Noto Sans Bold"/>
                <a:sym typeface="Noto Sans Bold"/>
              </a:rPr>
              <a:t>:</a:t>
            </a:r>
          </a:p>
        </p:txBody>
      </p:sp>
      <p:sp>
        <p:nvSpPr>
          <p:cNvPr id="6" name="TextBox 6"/>
          <p:cNvSpPr txBox="1"/>
          <p:nvPr/>
        </p:nvSpPr>
        <p:spPr>
          <a:xfrm>
            <a:off x="-76200" y="3234204"/>
            <a:ext cx="12877800" cy="3206006"/>
          </a:xfrm>
          <a:prstGeom prst="rect">
            <a:avLst/>
          </a:prstGeom>
        </p:spPr>
        <p:txBody>
          <a:bodyPr wrap="square" lIns="0" tIns="0" rIns="0" bIns="0" rtlCol="0" anchor="t">
            <a:spAutoFit/>
          </a:bodyPr>
          <a:lstStyle/>
          <a:p>
            <a:pPr marL="777238" lvl="1" indent="-388619" algn="l">
              <a:lnSpc>
                <a:spcPts val="5039"/>
              </a:lnSpc>
              <a:buFont typeface="Arial"/>
              <a:buChar char="•"/>
            </a:pPr>
            <a:r>
              <a:rPr lang="en-US" sz="3599" dirty="0" err="1">
                <a:solidFill>
                  <a:srgbClr val="000000"/>
                </a:solidFill>
                <a:latin typeface="Noto Sans"/>
                <a:ea typeface="Noto Sans"/>
                <a:cs typeface="Noto Sans"/>
                <a:sym typeface="Noto Sans"/>
              </a:rPr>
              <a:t>S</a:t>
            </a:r>
            <a:r>
              <a:rPr lang="en-US" sz="3599" dirty="0" err="1" smtClean="0">
                <a:solidFill>
                  <a:srgbClr val="000000"/>
                </a:solidFill>
                <a:latin typeface="Noto Sans"/>
                <a:ea typeface="Noto Sans"/>
                <a:cs typeface="Noto Sans"/>
                <a:sym typeface="Noto Sans"/>
              </a:rPr>
              <a:t>ử</a:t>
            </a:r>
            <a:r>
              <a:rPr lang="en-US" sz="3599" dirty="0" smtClean="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dụng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thị</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giác</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máy</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tính</a:t>
            </a:r>
            <a:r>
              <a:rPr lang="en-US" sz="3599" dirty="0">
                <a:solidFill>
                  <a:srgbClr val="000000"/>
                </a:solidFill>
                <a:latin typeface="Noto Sans"/>
                <a:ea typeface="Noto Sans"/>
                <a:cs typeface="Noto Sans"/>
                <a:sym typeface="Noto Sans"/>
              </a:rPr>
              <a:t>.</a:t>
            </a:r>
          </a:p>
          <a:p>
            <a:pPr marL="777238" lvl="1" indent="-388619" algn="l">
              <a:lnSpc>
                <a:spcPts val="5039"/>
              </a:lnSpc>
              <a:buFont typeface="Arial"/>
              <a:buChar char="•"/>
            </a:pPr>
            <a:r>
              <a:rPr lang="en-US" sz="3599" dirty="0" err="1">
                <a:solidFill>
                  <a:srgbClr val="000000"/>
                </a:solidFill>
                <a:latin typeface="Noto Sans"/>
                <a:ea typeface="Noto Sans"/>
                <a:cs typeface="Noto Sans"/>
                <a:sym typeface="Noto Sans"/>
              </a:rPr>
              <a:t>Đ</a:t>
            </a:r>
            <a:r>
              <a:rPr lang="en-US" sz="3599" dirty="0" err="1" smtClean="0">
                <a:solidFill>
                  <a:srgbClr val="000000"/>
                </a:solidFill>
                <a:latin typeface="Noto Sans"/>
                <a:ea typeface="Noto Sans"/>
                <a:cs typeface="Noto Sans"/>
                <a:sym typeface="Noto Sans"/>
              </a:rPr>
              <a:t>ặt</a:t>
            </a:r>
            <a:r>
              <a:rPr lang="en-US" sz="3599" dirty="0" smtClean="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PCb</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vào</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buồng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kiểm</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tra</a:t>
            </a:r>
            <a:r>
              <a:rPr lang="en-US" sz="3599" dirty="0">
                <a:solidFill>
                  <a:srgbClr val="000000"/>
                </a:solidFill>
                <a:latin typeface="Noto Sans"/>
                <a:ea typeface="Noto Sans"/>
                <a:cs typeface="Noto Sans"/>
                <a:sym typeface="Noto Sans"/>
              </a:rPr>
              <a:t>.</a:t>
            </a:r>
          </a:p>
          <a:p>
            <a:pPr marL="777238" lvl="1" indent="-388619" algn="l">
              <a:lnSpc>
                <a:spcPts val="5039"/>
              </a:lnSpc>
              <a:buFont typeface="Arial"/>
              <a:buChar char="•"/>
            </a:pPr>
            <a:r>
              <a:rPr lang="en-US" sz="3599" dirty="0" err="1">
                <a:solidFill>
                  <a:srgbClr val="000000"/>
                </a:solidFill>
                <a:latin typeface="Noto Sans"/>
                <a:ea typeface="Noto Sans"/>
                <a:cs typeface="Noto Sans"/>
                <a:sym typeface="Noto Sans"/>
              </a:rPr>
              <a:t>C</a:t>
            </a:r>
            <a:r>
              <a:rPr lang="en-US" sz="3599" dirty="0" err="1" smtClean="0">
                <a:solidFill>
                  <a:srgbClr val="000000"/>
                </a:solidFill>
                <a:latin typeface="Noto Sans"/>
                <a:ea typeface="Noto Sans"/>
                <a:cs typeface="Noto Sans"/>
                <a:sym typeface="Noto Sans"/>
              </a:rPr>
              <a:t>hiếu</a:t>
            </a:r>
            <a:r>
              <a:rPr lang="en-US" sz="3599" dirty="0" smtClean="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sáng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sử</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dụng</a:t>
            </a:r>
            <a:r>
              <a:rPr lang="en-US" sz="3599" dirty="0">
                <a:solidFill>
                  <a:srgbClr val="000000"/>
                </a:solidFill>
                <a:latin typeface="Noto Sans"/>
                <a:ea typeface="Noto Sans"/>
                <a:cs typeface="Noto Sans"/>
                <a:sym typeface="Noto Sans"/>
              </a:rPr>
              <a:t> LED</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dùng</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biến</a:t>
            </a:r>
            <a:r>
              <a:rPr lang="en-US" sz="3599" dirty="0" smtClean="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trở</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để</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điều</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khiển</a:t>
            </a:r>
            <a:r>
              <a:rPr lang="en-US" sz="3599" dirty="0">
                <a:solidFill>
                  <a:srgbClr val="000000"/>
                </a:solidFill>
                <a:latin typeface="Noto Sans"/>
                <a:ea typeface="Noto Sans"/>
                <a:cs typeface="Noto Sans"/>
                <a:sym typeface="Noto Sans"/>
              </a:rPr>
              <a:t>.</a:t>
            </a:r>
          </a:p>
          <a:p>
            <a:pPr marL="777238" lvl="1" indent="-388619" algn="l">
              <a:lnSpc>
                <a:spcPts val="5039"/>
              </a:lnSpc>
              <a:buFont typeface="Arial"/>
              <a:buChar char="•"/>
            </a:pPr>
            <a:r>
              <a:rPr lang="en-US" sz="3599" dirty="0" err="1">
                <a:solidFill>
                  <a:srgbClr val="000000"/>
                </a:solidFill>
                <a:latin typeface="Noto Sans"/>
                <a:ea typeface="Noto Sans"/>
                <a:cs typeface="Noto Sans"/>
                <a:sym typeface="Noto Sans"/>
              </a:rPr>
              <a:t>Ả</a:t>
            </a:r>
            <a:r>
              <a:rPr lang="en-US" sz="3599" dirty="0" err="1" smtClean="0">
                <a:solidFill>
                  <a:srgbClr val="000000"/>
                </a:solidFill>
                <a:latin typeface="Noto Sans"/>
                <a:ea typeface="Noto Sans"/>
                <a:cs typeface="Noto Sans"/>
                <a:sym typeface="Noto Sans"/>
              </a:rPr>
              <a:t>nh</a:t>
            </a:r>
            <a:r>
              <a:rPr lang="en-US" sz="3599" dirty="0" smtClean="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được</a:t>
            </a:r>
            <a:r>
              <a:rPr lang="en-US" sz="3599" dirty="0">
                <a:solidFill>
                  <a:srgbClr val="000000"/>
                </a:solidFill>
                <a:latin typeface="Noto Sans"/>
                <a:ea typeface="Noto Sans"/>
                <a:cs typeface="Noto Sans"/>
                <a:sym typeface="Noto Sans"/>
              </a:rPr>
              <a:t> camera </a:t>
            </a:r>
            <a:r>
              <a:rPr lang="en-US" sz="3599" dirty="0" err="1">
                <a:solidFill>
                  <a:srgbClr val="000000"/>
                </a:solidFill>
                <a:latin typeface="Noto Sans"/>
                <a:ea typeface="Noto Sans"/>
                <a:cs typeface="Noto Sans"/>
                <a:sym typeface="Noto Sans"/>
              </a:rPr>
              <a:t>thủ</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nhận</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và</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truyền</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về</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máy</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tính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xử</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lý</a:t>
            </a:r>
            <a:r>
              <a:rPr lang="en-US" sz="3599" dirty="0">
                <a:solidFill>
                  <a:srgbClr val="000000"/>
                </a:solidFill>
                <a:latin typeface="Noto Sans"/>
                <a:ea typeface="Noto Sans"/>
                <a:cs typeface="Noto Sans"/>
                <a:sym typeface="Noto Sans"/>
              </a:rPr>
              <a:t>.</a:t>
            </a:r>
          </a:p>
          <a:p>
            <a:pPr marL="777238" lvl="1" indent="-388619" algn="l">
              <a:lnSpc>
                <a:spcPts val="5039"/>
              </a:lnSpc>
              <a:buFont typeface="Arial"/>
              <a:buChar char="•"/>
            </a:pPr>
            <a:r>
              <a:rPr lang="en-US" sz="3599" dirty="0" err="1">
                <a:solidFill>
                  <a:srgbClr val="000000"/>
                </a:solidFill>
                <a:latin typeface="Noto Sans"/>
                <a:ea typeface="Noto Sans"/>
                <a:cs typeface="Noto Sans"/>
                <a:sym typeface="Noto Sans"/>
              </a:rPr>
              <a:t>S</a:t>
            </a:r>
            <a:r>
              <a:rPr lang="en-US" sz="3599" dirty="0" err="1" smtClean="0">
                <a:solidFill>
                  <a:srgbClr val="000000"/>
                </a:solidFill>
                <a:latin typeface="Noto Sans"/>
                <a:ea typeface="Noto Sans"/>
                <a:cs typeface="Noto Sans"/>
                <a:sym typeface="Noto Sans"/>
              </a:rPr>
              <a:t>au</a:t>
            </a:r>
            <a:r>
              <a:rPr lang="en-US" sz="3599" dirty="0" smtClean="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đó</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đưa</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ra</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kết</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quả</a:t>
            </a:r>
            <a:r>
              <a:rPr lang="en-US" sz="3599" dirty="0">
                <a:solidFill>
                  <a:srgbClr val="000000"/>
                </a:solidFill>
                <a:latin typeface="Noto Sans"/>
                <a:ea typeface="Noto Sans"/>
                <a:cs typeface="Noto Sans"/>
                <a:sym typeface="Noto Sans"/>
              </a:rPr>
              <a: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86808" y="266700"/>
            <a:ext cx="4667689" cy="6229468"/>
          </a:xfrm>
          <a:custGeom>
            <a:avLst/>
            <a:gdLst/>
            <a:ahLst/>
            <a:cxnLst/>
            <a:rect l="l" t="t" r="r" b="b"/>
            <a:pathLst>
              <a:path w="4667689" h="6229468">
                <a:moveTo>
                  <a:pt x="0" y="0"/>
                </a:moveTo>
                <a:lnTo>
                  <a:pt x="4667689" y="0"/>
                </a:lnTo>
                <a:lnTo>
                  <a:pt x="4667689" y="6229468"/>
                </a:lnTo>
                <a:lnTo>
                  <a:pt x="0" y="6229468"/>
                </a:lnTo>
                <a:lnTo>
                  <a:pt x="0" y="0"/>
                </a:lnTo>
                <a:close/>
              </a:path>
            </a:pathLst>
          </a:custGeom>
          <a:blipFill>
            <a:blip r:embed="rId3"/>
            <a:stretch>
              <a:fillRect/>
            </a:stretch>
          </a:blipFill>
        </p:spPr>
      </p:sp>
      <p:sp>
        <p:nvSpPr>
          <p:cNvPr id="3" name="Freeform 3"/>
          <p:cNvSpPr/>
          <p:nvPr/>
        </p:nvSpPr>
        <p:spPr>
          <a:xfrm>
            <a:off x="12039600" y="6661268"/>
            <a:ext cx="5528529" cy="2626947"/>
          </a:xfrm>
          <a:custGeom>
            <a:avLst/>
            <a:gdLst/>
            <a:ahLst/>
            <a:cxnLst/>
            <a:rect l="l" t="t" r="r" b="b"/>
            <a:pathLst>
              <a:path w="5528529" h="2626947">
                <a:moveTo>
                  <a:pt x="0" y="0"/>
                </a:moveTo>
                <a:lnTo>
                  <a:pt x="5528530" y="0"/>
                </a:lnTo>
                <a:lnTo>
                  <a:pt x="5528530" y="2626947"/>
                </a:lnTo>
                <a:lnTo>
                  <a:pt x="0" y="2626947"/>
                </a:lnTo>
                <a:lnTo>
                  <a:pt x="0" y="0"/>
                </a:lnTo>
                <a:close/>
              </a:path>
            </a:pathLst>
          </a:custGeom>
          <a:blipFill>
            <a:blip r:embed="rId4"/>
            <a:stretch>
              <a:fillRect/>
            </a:stretch>
          </a:blipFill>
        </p:spPr>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4A44BD"/>
                </a:solidFill>
                <a:latin typeface="Noto Sans"/>
                <a:ea typeface="Noto Sans"/>
                <a:cs typeface="Noto Sans"/>
                <a:sym typeface="Noto Sans"/>
              </a:rPr>
              <a:t>8</a:t>
            </a:r>
          </a:p>
        </p:txBody>
      </p:sp>
      <p:sp>
        <p:nvSpPr>
          <p:cNvPr id="5" name="TextBox 5"/>
          <p:cNvSpPr txBox="1"/>
          <p:nvPr/>
        </p:nvSpPr>
        <p:spPr>
          <a:xfrm>
            <a:off x="429702" y="1346200"/>
            <a:ext cx="8648700" cy="807913"/>
          </a:xfrm>
          <a:prstGeom prst="rect">
            <a:avLst/>
          </a:prstGeom>
        </p:spPr>
        <p:txBody>
          <a:bodyPr wrap="square" lIns="0" tIns="0" rIns="0" bIns="0" rtlCol="0" anchor="t">
            <a:spAutoFit/>
          </a:bodyPr>
          <a:lstStyle/>
          <a:p>
            <a:pPr algn="l">
              <a:lnSpc>
                <a:spcPts val="6300"/>
              </a:lnSpc>
            </a:pPr>
            <a:r>
              <a:rPr lang="en-US" sz="4500" b="1" dirty="0" err="1">
                <a:solidFill>
                  <a:srgbClr val="000000"/>
                </a:solidFill>
                <a:latin typeface="Noto Sans Bold"/>
                <a:ea typeface="Noto Sans Bold"/>
                <a:cs typeface="Noto Sans Bold"/>
                <a:sym typeface="Noto Sans Bold"/>
              </a:rPr>
              <a:t>Thiết</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kế</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hệ</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thống</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phần</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cứng</a:t>
            </a:r>
            <a:endParaRPr lang="en-US" sz="4500" b="1" dirty="0">
              <a:solidFill>
                <a:srgbClr val="000000"/>
              </a:solidFill>
              <a:latin typeface="Noto Sans Bold"/>
              <a:ea typeface="Noto Sans Bold"/>
              <a:cs typeface="Noto Sans Bold"/>
              <a:sym typeface="Noto Sans Bold"/>
            </a:endParaRPr>
          </a:p>
        </p:txBody>
      </p:sp>
      <p:sp>
        <p:nvSpPr>
          <p:cNvPr id="6" name="TextBox 6"/>
          <p:cNvSpPr txBox="1"/>
          <p:nvPr/>
        </p:nvSpPr>
        <p:spPr>
          <a:xfrm>
            <a:off x="1028700" y="431800"/>
            <a:ext cx="16099405" cy="866775"/>
          </a:xfrm>
          <a:prstGeom prst="rect">
            <a:avLst/>
          </a:prstGeom>
        </p:spPr>
        <p:txBody>
          <a:bodyPr lIns="0" tIns="0" rIns="0" bIns="0" rtlCol="0" anchor="t">
            <a:spAutoFit/>
          </a:bodyPr>
          <a:lstStyle/>
          <a:p>
            <a:pPr marL="0" lvl="0" indent="0" algn="l">
              <a:lnSpc>
                <a:spcPts val="6600"/>
              </a:lnSpc>
            </a:pPr>
            <a:r>
              <a:rPr lang="en-US" sz="6000" b="1" spc="-120">
                <a:solidFill>
                  <a:srgbClr val="4A44BD"/>
                </a:solidFill>
                <a:latin typeface="Be Vietnam Ultra-Bold"/>
                <a:ea typeface="Be Vietnam Ultra-Bold"/>
                <a:cs typeface="Be Vietnam Ultra-Bold"/>
                <a:sym typeface="Be Vietnam Ultra-Bold"/>
              </a:rPr>
              <a:t>THIẾT KẾ HỆ THỐNG </a:t>
            </a:r>
          </a:p>
        </p:txBody>
      </p:sp>
      <p:sp>
        <p:nvSpPr>
          <p:cNvPr id="7" name="TextBox 7"/>
          <p:cNvSpPr txBox="1"/>
          <p:nvPr/>
        </p:nvSpPr>
        <p:spPr>
          <a:xfrm>
            <a:off x="-30384" y="2933700"/>
            <a:ext cx="11875594" cy="4488408"/>
          </a:xfrm>
          <a:prstGeom prst="rect">
            <a:avLst/>
          </a:prstGeom>
        </p:spPr>
        <p:txBody>
          <a:bodyPr wrap="square" lIns="0" tIns="0" rIns="0" bIns="0" rtlCol="0" anchor="t">
            <a:spAutoFit/>
          </a:bodyPr>
          <a:lstStyle/>
          <a:p>
            <a:pPr marL="777238" lvl="1" indent="-388619">
              <a:lnSpc>
                <a:spcPts val="5039"/>
              </a:lnSpc>
              <a:buFont typeface="Arial"/>
              <a:buChar char="•"/>
            </a:pPr>
            <a:r>
              <a:rPr lang="en-US" sz="3599" dirty="0" err="1" smtClean="0">
                <a:solidFill>
                  <a:srgbClr val="000000"/>
                </a:solidFill>
                <a:latin typeface="Noto Sans"/>
                <a:ea typeface="Noto Sans"/>
                <a:cs typeface="Noto Sans"/>
                <a:sym typeface="Noto Sans"/>
              </a:rPr>
              <a:t>Vỏ</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hôp</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sơn</a:t>
            </a:r>
            <a:r>
              <a:rPr lang="en-US" sz="3599" dirty="0" smtClean="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đen</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nhám</a:t>
            </a:r>
            <a:r>
              <a:rPr lang="en-US" sz="3599" dirty="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nhằm</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triệt</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tiêu</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phản</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xạ</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ánh</a:t>
            </a:r>
            <a:r>
              <a:rPr lang="en-US" sz="3599" dirty="0" smtClean="0">
                <a:solidFill>
                  <a:srgbClr val="000000"/>
                </a:solidFill>
                <a:latin typeface="Noto Sans"/>
                <a:ea typeface="Noto Sans"/>
                <a:cs typeface="Noto Sans"/>
                <a:sym typeface="Noto Sans"/>
              </a:rPr>
              <a:t> sang </a:t>
            </a:r>
            <a:r>
              <a:rPr lang="en-US" sz="3599" dirty="0" err="1" smtClean="0">
                <a:solidFill>
                  <a:srgbClr val="000000"/>
                </a:solidFill>
                <a:latin typeface="Noto Sans"/>
                <a:ea typeface="Noto Sans"/>
                <a:cs typeface="Noto Sans"/>
                <a:sym typeface="Noto Sans"/>
              </a:rPr>
              <a:t>ngoại</a:t>
            </a:r>
            <a:r>
              <a:rPr lang="en-US" sz="3599" dirty="0" smtClean="0">
                <a:solidFill>
                  <a:srgbClr val="000000"/>
                </a:solidFill>
                <a:latin typeface="Noto Sans"/>
                <a:ea typeface="Noto Sans"/>
                <a:cs typeface="Noto Sans"/>
                <a:sym typeface="Noto Sans"/>
              </a:rPr>
              <a:t> vi.</a:t>
            </a:r>
          </a:p>
          <a:p>
            <a:pPr marL="777238" lvl="1" indent="-388619">
              <a:lnSpc>
                <a:spcPts val="5039"/>
              </a:lnSpc>
              <a:buFont typeface="Arial"/>
              <a:buChar char="•"/>
            </a:pPr>
            <a:r>
              <a:rPr lang="en-US" sz="3599" dirty="0" err="1" smtClean="0">
                <a:solidFill>
                  <a:srgbClr val="000000"/>
                </a:solidFill>
                <a:latin typeface="Noto Sans"/>
                <a:ea typeface="Noto Sans"/>
                <a:cs typeface="Noto Sans"/>
                <a:sym typeface="Noto Sans"/>
              </a:rPr>
              <a:t>Phần</a:t>
            </a:r>
            <a:r>
              <a:rPr lang="en-US" sz="3599" dirty="0" smtClean="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đáy</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dùng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làm</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bệ</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đỡ</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có</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chốt</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chặn</a:t>
            </a:r>
            <a:r>
              <a:rPr lang="en-US" sz="3599" dirty="0">
                <a:solidFill>
                  <a:srgbClr val="000000"/>
                </a:solidFill>
                <a:latin typeface="Noto Sans"/>
                <a:ea typeface="Noto Sans"/>
                <a:cs typeface="Noto Sans"/>
                <a:sym typeface="Noto Sans"/>
              </a:rPr>
              <a:t>.</a:t>
            </a:r>
          </a:p>
          <a:p>
            <a:pPr marL="777238" lvl="1" indent="-388619">
              <a:lnSpc>
                <a:spcPts val="5039"/>
              </a:lnSpc>
              <a:buFont typeface="Arial"/>
              <a:buChar char="•"/>
            </a:pPr>
            <a:r>
              <a:rPr lang="en-US" sz="3599" dirty="0" err="1" smtClean="0">
                <a:solidFill>
                  <a:srgbClr val="000000"/>
                </a:solidFill>
                <a:latin typeface="Noto Sans"/>
                <a:ea typeface="Noto Sans"/>
                <a:cs typeface="Noto Sans"/>
                <a:sym typeface="Noto Sans"/>
              </a:rPr>
              <a:t>Hệ</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thống</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chiếu</a:t>
            </a:r>
            <a:r>
              <a:rPr lang="en-US" sz="3599" dirty="0" smtClean="0">
                <a:solidFill>
                  <a:srgbClr val="000000"/>
                </a:solidFill>
                <a:latin typeface="Noto Sans"/>
                <a:ea typeface="Noto Sans"/>
                <a:cs typeface="Noto Sans"/>
                <a:sym typeface="Noto Sans"/>
              </a:rPr>
              <a:t> sang LED, </a:t>
            </a:r>
            <a:r>
              <a:rPr lang="en-US" sz="3599" dirty="0" err="1" smtClean="0">
                <a:solidFill>
                  <a:srgbClr val="000000"/>
                </a:solidFill>
                <a:latin typeface="Noto Sans"/>
                <a:ea typeface="Noto Sans"/>
                <a:cs typeface="Noto Sans"/>
                <a:sym typeface="Noto Sans"/>
              </a:rPr>
              <a:t>có</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biến</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trở</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điều</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chỉnh</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độ</a:t>
            </a:r>
            <a:r>
              <a:rPr lang="en-US" sz="3599" dirty="0" smtClean="0">
                <a:solidFill>
                  <a:srgbClr val="000000"/>
                </a:solidFill>
                <a:latin typeface="Noto Sans"/>
                <a:ea typeface="Noto Sans"/>
                <a:cs typeface="Noto Sans"/>
                <a:sym typeface="Noto Sans"/>
              </a:rPr>
              <a:t> sang </a:t>
            </a:r>
            <a:r>
              <a:rPr lang="en-US" sz="3599" dirty="0" err="1" smtClean="0">
                <a:solidFill>
                  <a:srgbClr val="000000"/>
                </a:solidFill>
                <a:latin typeface="Noto Sans"/>
                <a:ea typeface="Noto Sans"/>
                <a:cs typeface="Noto Sans"/>
                <a:sym typeface="Noto Sans"/>
              </a:rPr>
              <a:t>linh</a:t>
            </a:r>
            <a:r>
              <a:rPr lang="en-US" sz="3599" dirty="0" smtClean="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hoạt</a:t>
            </a:r>
            <a:r>
              <a:rPr lang="en-US" sz="3599" dirty="0" smtClean="0">
                <a:solidFill>
                  <a:srgbClr val="000000"/>
                </a:solidFill>
                <a:latin typeface="Noto Sans"/>
                <a:ea typeface="Noto Sans"/>
                <a:cs typeface="Noto Sans"/>
                <a:sym typeface="Noto Sans"/>
              </a:rPr>
              <a:t>.</a:t>
            </a:r>
          </a:p>
          <a:p>
            <a:pPr marL="777238" lvl="1" indent="-388619">
              <a:lnSpc>
                <a:spcPts val="5039"/>
              </a:lnSpc>
              <a:buFont typeface="Arial"/>
              <a:buChar char="•"/>
            </a:pPr>
            <a:r>
              <a:rPr lang="en-US" sz="3599" dirty="0" err="1" smtClean="0">
                <a:solidFill>
                  <a:srgbClr val="000000"/>
                </a:solidFill>
                <a:latin typeface="Noto Sans"/>
                <a:ea typeface="Noto Sans"/>
                <a:cs typeface="Noto Sans"/>
                <a:sym typeface="Noto Sans"/>
              </a:rPr>
              <a:t>Sử</a:t>
            </a:r>
            <a:r>
              <a:rPr lang="en-US" sz="3599" dirty="0" smtClean="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dụng</a:t>
            </a:r>
            <a:r>
              <a:rPr lang="en-US" sz="3599" dirty="0">
                <a:solidFill>
                  <a:srgbClr val="000000"/>
                </a:solidFill>
                <a:latin typeface="Noto Sans"/>
                <a:ea typeface="Noto Sans"/>
                <a:cs typeface="Noto Sans"/>
                <a:sym typeface="Noto Sans"/>
              </a:rPr>
              <a:t> webcam, </a:t>
            </a:r>
            <a:r>
              <a:rPr lang="en-US" sz="3599" dirty="0" err="1">
                <a:solidFill>
                  <a:srgbClr val="000000"/>
                </a:solidFill>
                <a:latin typeface="Noto Sans"/>
                <a:ea typeface="Noto Sans"/>
                <a:cs typeface="Noto Sans"/>
                <a:sym typeface="Noto Sans"/>
              </a:rPr>
              <a:t>hướng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thấu</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kính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vuông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góc</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để</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quét</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trực</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diện</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toàn</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bộ</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bề</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mặt</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bo</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mạch</a:t>
            </a:r>
            <a:r>
              <a:rPr lang="en-US" sz="3599" dirty="0" smtClean="0">
                <a:solidFill>
                  <a:srgbClr val="000000"/>
                </a:solidFill>
                <a:latin typeface="Noto Sans"/>
                <a:ea typeface="Noto Sans"/>
                <a:cs typeface="Noto Sans"/>
                <a:sym typeface="Noto Sans"/>
              </a:rPr>
              <a:t>.</a:t>
            </a:r>
            <a:endParaRPr lang="en-US" sz="3599" dirty="0">
              <a:solidFill>
                <a:srgbClr val="000000"/>
              </a:solidFill>
              <a:latin typeface="Noto Sans"/>
              <a:ea typeface="Noto Sans"/>
              <a:cs typeface="Noto Sans"/>
              <a:sym typeface="Noto Sans"/>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681688" y="384175"/>
            <a:ext cx="5354414" cy="4277317"/>
          </a:xfrm>
          <a:custGeom>
            <a:avLst/>
            <a:gdLst/>
            <a:ahLst/>
            <a:cxnLst/>
            <a:rect l="l" t="t" r="r" b="b"/>
            <a:pathLst>
              <a:path w="5354414" h="4277317">
                <a:moveTo>
                  <a:pt x="0" y="0"/>
                </a:moveTo>
                <a:lnTo>
                  <a:pt x="5354414" y="0"/>
                </a:lnTo>
                <a:lnTo>
                  <a:pt x="5354414" y="4277317"/>
                </a:lnTo>
                <a:lnTo>
                  <a:pt x="0" y="4277317"/>
                </a:lnTo>
                <a:lnTo>
                  <a:pt x="0" y="0"/>
                </a:lnTo>
                <a:close/>
              </a:path>
            </a:pathLst>
          </a:custGeom>
          <a:blipFill>
            <a:blip r:embed="rId3"/>
            <a:stretch>
              <a:fillRect/>
            </a:stretch>
          </a:blipFill>
        </p:spPr>
      </p:sp>
      <p:sp>
        <p:nvSpPr>
          <p:cNvPr id="3" name="Freeform 3"/>
          <p:cNvSpPr/>
          <p:nvPr/>
        </p:nvSpPr>
        <p:spPr>
          <a:xfrm>
            <a:off x="10832507" y="4913591"/>
            <a:ext cx="5052776" cy="5052776"/>
          </a:xfrm>
          <a:custGeom>
            <a:avLst/>
            <a:gdLst/>
            <a:ahLst/>
            <a:cxnLst/>
            <a:rect l="l" t="t" r="r" b="b"/>
            <a:pathLst>
              <a:path w="5052776" h="5052776">
                <a:moveTo>
                  <a:pt x="0" y="0"/>
                </a:moveTo>
                <a:lnTo>
                  <a:pt x="5052776" y="0"/>
                </a:lnTo>
                <a:lnTo>
                  <a:pt x="5052776" y="5052776"/>
                </a:lnTo>
                <a:lnTo>
                  <a:pt x="0" y="5052776"/>
                </a:lnTo>
                <a:lnTo>
                  <a:pt x="0" y="0"/>
                </a:lnTo>
                <a:close/>
              </a:path>
            </a:pathLst>
          </a:custGeom>
          <a:blipFill>
            <a:blip r:embed="rId4"/>
            <a:stretch>
              <a:fillRect/>
            </a:stretch>
          </a:blipFill>
        </p:spPr>
      </p:sp>
      <p:sp>
        <p:nvSpPr>
          <p:cNvPr id="4" name="TextBox 4"/>
          <p:cNvSpPr txBox="1"/>
          <p:nvPr/>
        </p:nvSpPr>
        <p:spPr>
          <a:xfrm>
            <a:off x="17262562" y="9210675"/>
            <a:ext cx="145874" cy="335541"/>
          </a:xfrm>
          <a:prstGeom prst="rect">
            <a:avLst/>
          </a:prstGeom>
        </p:spPr>
        <p:txBody>
          <a:bodyPr wrap="none" lIns="0" tIns="0" rIns="0" bIns="0" rtlCol="0" anchor="t">
            <a:spAutoFit/>
          </a:bodyPr>
          <a:lstStyle/>
          <a:p>
            <a:pPr algn="ctr">
              <a:lnSpc>
                <a:spcPts val="2800"/>
              </a:lnSpc>
              <a:spcBef>
                <a:spcPct val="0"/>
              </a:spcBef>
            </a:pPr>
            <a:r>
              <a:rPr lang="en-US" sz="2000" dirty="0" smtClean="0">
                <a:solidFill>
                  <a:srgbClr val="000000"/>
                </a:solidFill>
                <a:latin typeface="Noto Sans"/>
                <a:ea typeface="Noto Sans"/>
                <a:cs typeface="Noto Sans"/>
                <a:sym typeface="Noto Sans"/>
              </a:rPr>
              <a:t>9</a:t>
            </a:r>
            <a:endParaRPr lang="en-US" sz="2000" dirty="0">
              <a:solidFill>
                <a:srgbClr val="000000"/>
              </a:solidFill>
              <a:latin typeface="Noto Sans"/>
              <a:ea typeface="Noto Sans"/>
              <a:cs typeface="Noto Sans"/>
              <a:sym typeface="Noto Sans"/>
            </a:endParaRPr>
          </a:p>
        </p:txBody>
      </p:sp>
      <p:sp>
        <p:nvSpPr>
          <p:cNvPr id="5" name="TextBox 5"/>
          <p:cNvSpPr txBox="1"/>
          <p:nvPr/>
        </p:nvSpPr>
        <p:spPr>
          <a:xfrm>
            <a:off x="1028700" y="431800"/>
            <a:ext cx="16099405" cy="866775"/>
          </a:xfrm>
          <a:prstGeom prst="rect">
            <a:avLst/>
          </a:prstGeom>
        </p:spPr>
        <p:txBody>
          <a:bodyPr lIns="0" tIns="0" rIns="0" bIns="0" rtlCol="0" anchor="t">
            <a:spAutoFit/>
          </a:bodyPr>
          <a:lstStyle/>
          <a:p>
            <a:pPr marL="0" lvl="0" indent="0" algn="l">
              <a:lnSpc>
                <a:spcPts val="6600"/>
              </a:lnSpc>
            </a:pPr>
            <a:r>
              <a:rPr lang="en-US" sz="6000" b="1" spc="-120">
                <a:solidFill>
                  <a:srgbClr val="4A44BD"/>
                </a:solidFill>
                <a:latin typeface="Be Vietnam Ultra-Bold"/>
                <a:ea typeface="Be Vietnam Ultra-Bold"/>
                <a:cs typeface="Be Vietnam Ultra-Bold"/>
                <a:sym typeface="Be Vietnam Ultra-Bold"/>
              </a:rPr>
              <a:t>THIẾT KẾ HỆ THỐNG </a:t>
            </a:r>
          </a:p>
        </p:txBody>
      </p:sp>
      <p:sp>
        <p:nvSpPr>
          <p:cNvPr id="6" name="TextBox 6"/>
          <p:cNvSpPr txBox="1"/>
          <p:nvPr/>
        </p:nvSpPr>
        <p:spPr>
          <a:xfrm>
            <a:off x="619972" y="1402615"/>
            <a:ext cx="9438428" cy="807913"/>
          </a:xfrm>
          <a:prstGeom prst="rect">
            <a:avLst/>
          </a:prstGeom>
        </p:spPr>
        <p:txBody>
          <a:bodyPr wrap="square" lIns="0" tIns="0" rIns="0" bIns="0" rtlCol="0" anchor="t">
            <a:spAutoFit/>
          </a:bodyPr>
          <a:lstStyle/>
          <a:p>
            <a:pPr algn="l">
              <a:lnSpc>
                <a:spcPts val="6300"/>
              </a:lnSpc>
            </a:pPr>
            <a:r>
              <a:rPr lang="en-US" sz="4500" b="1" dirty="0" err="1">
                <a:solidFill>
                  <a:srgbClr val="000000"/>
                </a:solidFill>
                <a:latin typeface="Noto Sans Bold"/>
                <a:ea typeface="Noto Sans Bold"/>
                <a:cs typeface="Noto Sans Bold"/>
                <a:sym typeface="Noto Sans Bold"/>
              </a:rPr>
              <a:t>Thiết</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kế</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vùng</a:t>
            </a:r>
            <a:r>
              <a:rPr lang="en-US" sz="4500" b="1" dirty="0">
                <a:solidFill>
                  <a:srgbClr val="000000"/>
                </a:solidFill>
                <a:latin typeface="Noto Sans Bold"/>
                <a:ea typeface="Noto Sans Bold"/>
                <a:cs typeface="Noto Sans Bold"/>
                <a:sym typeface="Noto Sans Bold"/>
              </a:rPr>
              <a:t> </a:t>
            </a:r>
            <a:r>
              <a:rPr lang="en-US" sz="4500" b="1" dirty="0" err="1" smtClean="0">
                <a:solidFill>
                  <a:srgbClr val="000000"/>
                </a:solidFill>
                <a:latin typeface="Noto Sans Bold"/>
                <a:ea typeface="Noto Sans Bold"/>
                <a:cs typeface="Noto Sans Bold"/>
                <a:sym typeface="Noto Sans Bold"/>
              </a:rPr>
              <a:t>quan</a:t>
            </a:r>
            <a:r>
              <a:rPr lang="en-US" sz="4500" b="1" dirty="0" smtClean="0">
                <a:solidFill>
                  <a:srgbClr val="000000"/>
                </a:solidFill>
                <a:latin typeface="Noto Sans Bold"/>
                <a:ea typeface="Noto Sans Bold"/>
                <a:cs typeface="Noto Sans Bold"/>
                <a:sym typeface="Noto Sans Bold"/>
              </a:rPr>
              <a:t> </a:t>
            </a:r>
            <a:r>
              <a:rPr lang="en-US" sz="4500" b="1" dirty="0" err="1" smtClean="0">
                <a:solidFill>
                  <a:srgbClr val="000000"/>
                </a:solidFill>
                <a:latin typeface="Noto Sans Bold"/>
                <a:ea typeface="Noto Sans Bold"/>
                <a:cs typeface="Noto Sans Bold"/>
                <a:sym typeface="Noto Sans Bold"/>
              </a:rPr>
              <a:t>tâm</a:t>
            </a:r>
            <a:r>
              <a:rPr lang="en-US" sz="4500" b="1" dirty="0" smtClean="0">
                <a:solidFill>
                  <a:srgbClr val="000000"/>
                </a:solidFill>
                <a:latin typeface="Noto Sans Bold"/>
                <a:ea typeface="Noto Sans Bold"/>
                <a:cs typeface="Noto Sans Bold"/>
                <a:sym typeface="Noto Sans Bold"/>
              </a:rPr>
              <a:t> - ROI</a:t>
            </a:r>
            <a:endParaRPr lang="en-US" sz="4500" b="1" dirty="0">
              <a:solidFill>
                <a:srgbClr val="000000"/>
              </a:solidFill>
              <a:latin typeface="Noto Sans Bold"/>
              <a:ea typeface="Noto Sans Bold"/>
              <a:cs typeface="Noto Sans Bold"/>
              <a:sym typeface="Noto Sans Bold"/>
            </a:endParaRPr>
          </a:p>
        </p:txBody>
      </p:sp>
      <p:sp>
        <p:nvSpPr>
          <p:cNvPr id="7" name="TextBox 7"/>
          <p:cNvSpPr txBox="1"/>
          <p:nvPr/>
        </p:nvSpPr>
        <p:spPr>
          <a:xfrm>
            <a:off x="203491" y="2488464"/>
            <a:ext cx="10192905" cy="3206006"/>
          </a:xfrm>
          <a:prstGeom prst="rect">
            <a:avLst/>
          </a:prstGeom>
        </p:spPr>
        <p:txBody>
          <a:bodyPr lIns="0" tIns="0" rIns="0" bIns="0" rtlCol="0" anchor="t">
            <a:spAutoFit/>
          </a:bodyPr>
          <a:lstStyle/>
          <a:p>
            <a:pPr algn="l">
              <a:lnSpc>
                <a:spcPts val="5039"/>
              </a:lnSpc>
            </a:pPr>
            <a:r>
              <a:rPr lang="en-US" sz="3599" b="1" dirty="0">
                <a:solidFill>
                  <a:srgbClr val="000000"/>
                </a:solidFill>
                <a:latin typeface="Noto Sans Bold"/>
                <a:ea typeface="Noto Sans Bold"/>
                <a:cs typeface="Noto Sans Bold"/>
                <a:sym typeface="Noto Sans Bold"/>
              </a:rPr>
              <a:t>ROI </a:t>
            </a:r>
            <a:r>
              <a:rPr lang="en-US" sz="3599" b="1" dirty="0" err="1">
                <a:solidFill>
                  <a:srgbClr val="000000"/>
                </a:solidFill>
                <a:latin typeface="Noto Sans Bold"/>
                <a:ea typeface="Noto Sans Bold"/>
                <a:cs typeface="Noto Sans Bold"/>
                <a:sym typeface="Noto Sans Bold"/>
              </a:rPr>
              <a:t>tổng</a:t>
            </a:r>
            <a:r>
              <a:rPr lang="en-US" sz="3599" b="1" dirty="0">
                <a:solidFill>
                  <a:srgbClr val="000000"/>
                </a:solidFill>
                <a:latin typeface="Noto Sans Bold"/>
                <a:ea typeface="Noto Sans Bold"/>
                <a:cs typeface="Noto Sans Bold"/>
                <a:sym typeface="Noto Sans Bold"/>
              </a:rPr>
              <a:t> </a:t>
            </a:r>
            <a:r>
              <a:rPr lang="en-US" sz="3599" b="1" dirty="0" err="1">
                <a:solidFill>
                  <a:srgbClr val="000000"/>
                </a:solidFill>
                <a:latin typeface="Noto Sans Bold"/>
                <a:ea typeface="Noto Sans Bold"/>
                <a:cs typeface="Noto Sans Bold"/>
                <a:sym typeface="Noto Sans Bold"/>
              </a:rPr>
              <a:t>thể</a:t>
            </a:r>
            <a:r>
              <a:rPr lang="en-US" sz="3599" b="1" dirty="0">
                <a:solidFill>
                  <a:srgbClr val="000000"/>
                </a:solidFill>
                <a:latin typeface="Noto Sans Bold"/>
                <a:ea typeface="Noto Sans Bold"/>
                <a:cs typeface="Noto Sans Bold"/>
                <a:sym typeface="Noto Sans Bold"/>
              </a:rPr>
              <a:t>:</a:t>
            </a:r>
          </a:p>
          <a:p>
            <a:pPr marL="777238" lvl="1" indent="-388619" algn="l">
              <a:lnSpc>
                <a:spcPts val="5039"/>
              </a:lnSpc>
              <a:buFont typeface="Arial"/>
              <a:buChar char="•"/>
            </a:pPr>
            <a:r>
              <a:rPr lang="en-US" sz="3599" dirty="0" err="1">
                <a:solidFill>
                  <a:srgbClr val="000000"/>
                </a:solidFill>
                <a:latin typeface="Noto Sans"/>
                <a:ea typeface="Noto Sans"/>
                <a:cs typeface="Noto Sans"/>
                <a:sym typeface="Noto Sans"/>
              </a:rPr>
              <a:t>C</a:t>
            </a:r>
            <a:r>
              <a:rPr lang="en-US" sz="3599" dirty="0" err="1" smtClean="0">
                <a:solidFill>
                  <a:srgbClr val="000000"/>
                </a:solidFill>
                <a:latin typeface="Noto Sans"/>
                <a:ea typeface="Noto Sans"/>
                <a:cs typeface="Noto Sans"/>
                <a:sym typeface="Noto Sans"/>
              </a:rPr>
              <a:t>ố</a:t>
            </a:r>
            <a:r>
              <a:rPr lang="en-US" sz="3599" dirty="0" smtClean="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định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khung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hình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trong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vùng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trung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tâm</a:t>
            </a:r>
            <a:r>
              <a:rPr lang="en-US" sz="3599" dirty="0">
                <a:solidFill>
                  <a:srgbClr val="000000"/>
                </a:solidFill>
                <a:latin typeface="Noto Sans"/>
                <a:ea typeface="Noto Sans"/>
                <a:cs typeface="Noto Sans"/>
                <a:sym typeface="Noto Sans"/>
              </a:rPr>
              <a:t>.</a:t>
            </a:r>
          </a:p>
          <a:p>
            <a:pPr marL="777238" lvl="1" indent="-388619" algn="l">
              <a:lnSpc>
                <a:spcPts val="5039"/>
              </a:lnSpc>
              <a:buFont typeface="Arial"/>
              <a:buChar char="•"/>
            </a:pPr>
            <a:r>
              <a:rPr lang="en-US" sz="3599" dirty="0" err="1">
                <a:solidFill>
                  <a:srgbClr val="000000"/>
                </a:solidFill>
                <a:latin typeface="Noto Sans"/>
                <a:ea typeface="Noto Sans"/>
                <a:cs typeface="Noto Sans"/>
                <a:sym typeface="Noto Sans"/>
              </a:rPr>
              <a:t>Ổ</a:t>
            </a:r>
            <a:r>
              <a:rPr lang="en-US" sz="3599" dirty="0" err="1" smtClean="0">
                <a:solidFill>
                  <a:srgbClr val="000000"/>
                </a:solidFill>
                <a:latin typeface="Noto Sans"/>
                <a:ea typeface="Noto Sans"/>
                <a:cs typeface="Noto Sans"/>
                <a:sym typeface="Noto Sans"/>
              </a:rPr>
              <a:t>n</a:t>
            </a:r>
            <a:r>
              <a:rPr lang="en-US" sz="3599" dirty="0" smtClean="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định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vị</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trí</a:t>
            </a:r>
            <a:r>
              <a:rPr lang="en-US" sz="3599" dirty="0">
                <a:solidFill>
                  <a:srgbClr val="000000"/>
                </a:solidFill>
                <a:latin typeface="Noto Sans"/>
                <a:ea typeface="Noto Sans"/>
                <a:cs typeface="Noto Sans"/>
                <a:sym typeface="Noto Sans"/>
              </a:rPr>
              <a:t> </a:t>
            </a:r>
            <a:r>
              <a:rPr lang="en-US" sz="3599" dirty="0" smtClean="0">
                <a:solidFill>
                  <a:srgbClr val="000000"/>
                </a:solidFill>
                <a:latin typeface="Noto Sans"/>
                <a:ea typeface="Noto Sans"/>
                <a:cs typeface="Noto Sans"/>
                <a:sym typeface="Noto Sans"/>
              </a:rPr>
              <a:t>PCB.</a:t>
            </a:r>
            <a:endParaRPr lang="en-US" sz="3599" dirty="0">
              <a:solidFill>
                <a:srgbClr val="000000"/>
              </a:solidFill>
              <a:latin typeface="Noto Sans"/>
              <a:ea typeface="Noto Sans"/>
              <a:cs typeface="Noto Sans"/>
              <a:sym typeface="Noto Sans"/>
            </a:endParaRPr>
          </a:p>
          <a:p>
            <a:pPr marL="777238" lvl="1" indent="-388619" algn="l">
              <a:lnSpc>
                <a:spcPts val="5039"/>
              </a:lnSpc>
              <a:buFont typeface="Arial"/>
              <a:buChar char="•"/>
            </a:pPr>
            <a:r>
              <a:rPr lang="en-US" sz="3599" dirty="0" err="1">
                <a:solidFill>
                  <a:srgbClr val="000000"/>
                </a:solidFill>
                <a:latin typeface="Noto Sans"/>
                <a:ea typeface="Noto Sans"/>
                <a:cs typeface="Noto Sans"/>
                <a:sym typeface="Noto Sans"/>
              </a:rPr>
              <a:t>T</a:t>
            </a:r>
            <a:r>
              <a:rPr lang="en-US" sz="3599" dirty="0" err="1" smtClean="0">
                <a:solidFill>
                  <a:srgbClr val="000000"/>
                </a:solidFill>
                <a:latin typeface="Noto Sans"/>
                <a:ea typeface="Noto Sans"/>
                <a:cs typeface="Noto Sans"/>
                <a:sym typeface="Noto Sans"/>
              </a:rPr>
              <a:t>ạo</a:t>
            </a:r>
            <a:r>
              <a:rPr lang="en-US" sz="3599" dirty="0" smtClean="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dữ</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liệu</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đầu</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vào</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đông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nhất</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tăng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độ</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chính</a:t>
            </a:r>
            <a:r>
              <a:rPr lang="en-US" sz="3599" dirty="0">
                <a:solidFill>
                  <a:srgbClr val="000000"/>
                </a:solidFill>
                <a:latin typeface="Noto Sans"/>
                <a:ea typeface="Noto Sans"/>
                <a:cs typeface="Noto Sans"/>
                <a:sym typeface="Noto Sans"/>
              </a:rPr>
              <a:t> </a:t>
            </a:r>
            <a:r>
              <a:rPr lang="en-US" sz="3599" dirty="0" err="1" smtClean="0">
                <a:solidFill>
                  <a:srgbClr val="000000"/>
                </a:solidFill>
                <a:latin typeface="Noto Sans"/>
                <a:ea typeface="Noto Sans"/>
                <a:cs typeface="Noto Sans"/>
                <a:sym typeface="Noto Sans"/>
              </a:rPr>
              <a:t>xác</a:t>
            </a:r>
            <a:r>
              <a:rPr lang="en-US" sz="3599" dirty="0" smtClean="0">
                <a:solidFill>
                  <a:srgbClr val="000000"/>
                </a:solidFill>
                <a:latin typeface="Noto Sans"/>
                <a:ea typeface="Noto Sans"/>
                <a:cs typeface="Noto Sans"/>
                <a:sym typeface="Noto Sans"/>
              </a:rPr>
              <a:t>.</a:t>
            </a:r>
            <a:endParaRPr lang="en-US" sz="3599" dirty="0">
              <a:solidFill>
                <a:srgbClr val="000000"/>
              </a:solidFill>
              <a:latin typeface="Noto Sans"/>
              <a:ea typeface="Noto Sans"/>
              <a:cs typeface="Noto Sans"/>
              <a:sym typeface="Noto Sans"/>
            </a:endParaRPr>
          </a:p>
        </p:txBody>
      </p:sp>
      <p:sp>
        <p:nvSpPr>
          <p:cNvPr id="8" name="TextBox 8"/>
          <p:cNvSpPr txBox="1"/>
          <p:nvPr/>
        </p:nvSpPr>
        <p:spPr>
          <a:xfrm>
            <a:off x="203491" y="6130909"/>
            <a:ext cx="10192905" cy="3847207"/>
          </a:xfrm>
          <a:prstGeom prst="rect">
            <a:avLst/>
          </a:prstGeom>
        </p:spPr>
        <p:txBody>
          <a:bodyPr lIns="0" tIns="0" rIns="0" bIns="0" rtlCol="0" anchor="t">
            <a:spAutoFit/>
          </a:bodyPr>
          <a:lstStyle/>
          <a:p>
            <a:pPr algn="l">
              <a:lnSpc>
                <a:spcPts val="5039"/>
              </a:lnSpc>
            </a:pPr>
            <a:r>
              <a:rPr lang="en-US" sz="3599" b="1" dirty="0">
                <a:solidFill>
                  <a:srgbClr val="000000"/>
                </a:solidFill>
                <a:latin typeface="Noto Sans Bold"/>
                <a:ea typeface="Noto Sans Bold"/>
                <a:cs typeface="Noto Sans Bold"/>
                <a:sym typeface="Noto Sans Bold"/>
              </a:rPr>
              <a:t>ROI </a:t>
            </a:r>
            <a:r>
              <a:rPr lang="en-US" sz="3599" b="1" dirty="0" err="1">
                <a:solidFill>
                  <a:srgbClr val="000000"/>
                </a:solidFill>
                <a:latin typeface="Noto Sans Bold"/>
                <a:ea typeface="Noto Sans Bold"/>
                <a:cs typeface="Noto Sans Bold"/>
                <a:sym typeface="Noto Sans Bold"/>
              </a:rPr>
              <a:t>cục</a:t>
            </a:r>
            <a:r>
              <a:rPr lang="en-US" sz="3599" b="1" dirty="0">
                <a:solidFill>
                  <a:srgbClr val="000000"/>
                </a:solidFill>
                <a:latin typeface="Noto Sans Bold"/>
                <a:ea typeface="Noto Sans Bold"/>
                <a:cs typeface="Noto Sans Bold"/>
                <a:sym typeface="Noto Sans Bold"/>
              </a:rPr>
              <a:t> </a:t>
            </a:r>
            <a:r>
              <a:rPr lang="en-US" sz="3599" b="1" dirty="0" err="1">
                <a:solidFill>
                  <a:srgbClr val="000000"/>
                </a:solidFill>
                <a:latin typeface="Noto Sans Bold"/>
                <a:ea typeface="Noto Sans Bold"/>
                <a:cs typeface="Noto Sans Bold"/>
                <a:sym typeface="Noto Sans Bold"/>
              </a:rPr>
              <a:t>bộ</a:t>
            </a:r>
            <a:r>
              <a:rPr lang="en-US" sz="3599" b="1" dirty="0">
                <a:solidFill>
                  <a:srgbClr val="000000"/>
                </a:solidFill>
                <a:latin typeface="Noto Sans Bold"/>
                <a:ea typeface="Noto Sans Bold"/>
                <a:cs typeface="Noto Sans Bold"/>
                <a:sym typeface="Noto Sans Bold"/>
              </a:rPr>
              <a:t> </a:t>
            </a:r>
            <a:r>
              <a:rPr lang="en-US" sz="3599" b="1" dirty="0" err="1">
                <a:solidFill>
                  <a:srgbClr val="000000"/>
                </a:solidFill>
                <a:latin typeface="Noto Sans Bold"/>
                <a:ea typeface="Noto Sans Bold"/>
                <a:cs typeface="Noto Sans Bold"/>
                <a:sym typeface="Noto Sans Bold"/>
              </a:rPr>
              <a:t>từng</a:t>
            </a:r>
            <a:r>
              <a:rPr lang="en-US" sz="3599" b="1" dirty="0">
                <a:solidFill>
                  <a:srgbClr val="000000"/>
                </a:solidFill>
                <a:latin typeface="Noto Sans Bold"/>
                <a:ea typeface="Noto Sans Bold"/>
                <a:cs typeface="Noto Sans Bold"/>
                <a:sym typeface="Noto Sans Bold"/>
              </a:rPr>
              <a:t> </a:t>
            </a:r>
            <a:r>
              <a:rPr lang="en-US" sz="3599" b="1" dirty="0" err="1">
                <a:solidFill>
                  <a:srgbClr val="000000"/>
                </a:solidFill>
                <a:latin typeface="Noto Sans Bold"/>
                <a:ea typeface="Noto Sans Bold"/>
                <a:cs typeface="Noto Sans Bold"/>
                <a:sym typeface="Noto Sans Bold"/>
              </a:rPr>
              <a:t>linh</a:t>
            </a:r>
            <a:r>
              <a:rPr lang="en-US" sz="3599" b="1" dirty="0">
                <a:solidFill>
                  <a:srgbClr val="000000"/>
                </a:solidFill>
                <a:latin typeface="Noto Sans Bold"/>
                <a:ea typeface="Noto Sans Bold"/>
                <a:cs typeface="Noto Sans Bold"/>
                <a:sym typeface="Noto Sans Bold"/>
              </a:rPr>
              <a:t> </a:t>
            </a:r>
            <a:r>
              <a:rPr lang="en-US" sz="3599" b="1" dirty="0" err="1">
                <a:solidFill>
                  <a:srgbClr val="000000"/>
                </a:solidFill>
                <a:latin typeface="Noto Sans Bold"/>
                <a:ea typeface="Noto Sans Bold"/>
                <a:cs typeface="Noto Sans Bold"/>
                <a:sym typeface="Noto Sans Bold"/>
              </a:rPr>
              <a:t>kiện</a:t>
            </a:r>
            <a:r>
              <a:rPr lang="en-US" sz="3599" b="1" dirty="0">
                <a:solidFill>
                  <a:srgbClr val="000000"/>
                </a:solidFill>
                <a:latin typeface="Noto Sans Bold"/>
                <a:ea typeface="Noto Sans Bold"/>
                <a:cs typeface="Noto Sans Bold"/>
                <a:sym typeface="Noto Sans Bold"/>
              </a:rPr>
              <a:t>:</a:t>
            </a:r>
          </a:p>
          <a:p>
            <a:pPr marL="777238" lvl="1" indent="-388619" algn="l">
              <a:lnSpc>
                <a:spcPts val="5039"/>
              </a:lnSpc>
              <a:buFont typeface="Arial"/>
              <a:buChar char="•"/>
            </a:pPr>
            <a:r>
              <a:rPr lang="en-US" sz="3599" dirty="0" err="1">
                <a:solidFill>
                  <a:srgbClr val="000000"/>
                </a:solidFill>
                <a:latin typeface="Noto Sans"/>
                <a:ea typeface="Noto Sans"/>
                <a:cs typeface="Noto Sans"/>
                <a:sym typeface="Noto Sans"/>
              </a:rPr>
              <a:t>G</a:t>
            </a:r>
            <a:r>
              <a:rPr lang="en-US" sz="3599" dirty="0" err="1" smtClean="0">
                <a:solidFill>
                  <a:srgbClr val="000000"/>
                </a:solidFill>
                <a:latin typeface="Noto Sans"/>
                <a:ea typeface="Noto Sans"/>
                <a:cs typeface="Noto Sans"/>
                <a:sym typeface="Noto Sans"/>
              </a:rPr>
              <a:t>án</a:t>
            </a:r>
            <a:r>
              <a:rPr lang="en-US" sz="3599" dirty="0" smtClean="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vùng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chữ</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nhật</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độc</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lập</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cho</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từng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linh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kiện</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riêng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lẻ</a:t>
            </a:r>
            <a:r>
              <a:rPr lang="en-US" sz="3599" dirty="0">
                <a:solidFill>
                  <a:srgbClr val="000000"/>
                </a:solidFill>
                <a:latin typeface="Noto Sans"/>
                <a:ea typeface="Noto Sans"/>
                <a:cs typeface="Noto Sans"/>
                <a:sym typeface="Noto Sans"/>
              </a:rPr>
              <a:t>.</a:t>
            </a:r>
          </a:p>
          <a:p>
            <a:pPr marL="777238" lvl="1" indent="-388619" algn="l">
              <a:lnSpc>
                <a:spcPts val="5039"/>
              </a:lnSpc>
              <a:buFont typeface="Arial"/>
              <a:buChar char="•"/>
            </a:pPr>
            <a:r>
              <a:rPr lang="en-US" sz="3599" dirty="0" err="1">
                <a:solidFill>
                  <a:srgbClr val="000000"/>
                </a:solidFill>
                <a:latin typeface="Noto Sans"/>
                <a:ea typeface="Noto Sans"/>
                <a:cs typeface="Noto Sans"/>
                <a:sym typeface="Noto Sans"/>
              </a:rPr>
              <a:t>T</a:t>
            </a:r>
            <a:r>
              <a:rPr lang="en-US" sz="3599" dirty="0" err="1" smtClean="0">
                <a:solidFill>
                  <a:srgbClr val="000000"/>
                </a:solidFill>
                <a:latin typeface="Noto Sans"/>
                <a:ea typeface="Noto Sans"/>
                <a:cs typeface="Noto Sans"/>
                <a:sym typeface="Noto Sans"/>
              </a:rPr>
              <a:t>riết</a:t>
            </a:r>
            <a:r>
              <a:rPr lang="en-US" sz="3599" dirty="0" smtClean="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tiêu</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nhiều</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nền</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và</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nhiễu</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chéo</a:t>
            </a:r>
            <a:r>
              <a:rPr lang="en-US" sz="3599" dirty="0">
                <a:solidFill>
                  <a:srgbClr val="000000"/>
                </a:solidFill>
                <a:latin typeface="Noto Sans"/>
                <a:ea typeface="Noto Sans"/>
                <a:cs typeface="Noto Sans"/>
                <a:sym typeface="Noto Sans"/>
              </a:rPr>
              <a:t>.</a:t>
            </a:r>
          </a:p>
          <a:p>
            <a:pPr marL="777238" lvl="1" indent="-388619" algn="l">
              <a:lnSpc>
                <a:spcPts val="5039"/>
              </a:lnSpc>
              <a:buFont typeface="Arial"/>
              <a:buChar char="•"/>
            </a:pPr>
            <a:r>
              <a:rPr lang="en-US" sz="3599" dirty="0" err="1">
                <a:solidFill>
                  <a:srgbClr val="000000"/>
                </a:solidFill>
                <a:latin typeface="Noto Sans"/>
                <a:ea typeface="Noto Sans"/>
                <a:cs typeface="Noto Sans"/>
                <a:sym typeface="Noto Sans"/>
              </a:rPr>
              <a:t>T</a:t>
            </a:r>
            <a:r>
              <a:rPr lang="en-US" sz="3599" dirty="0" err="1" smtClean="0">
                <a:solidFill>
                  <a:srgbClr val="000000"/>
                </a:solidFill>
                <a:latin typeface="Noto Sans"/>
                <a:ea typeface="Noto Sans"/>
                <a:cs typeface="Noto Sans"/>
                <a:sym typeface="Noto Sans"/>
              </a:rPr>
              <a:t>ối</a:t>
            </a:r>
            <a:r>
              <a:rPr lang="en-US" sz="3599" dirty="0" smtClean="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ưu</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tốc</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độ</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tính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toán</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nâng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cao</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độ</a:t>
            </a:r>
            <a:r>
              <a:rPr lang="en-US" sz="3599" dirty="0">
                <a:solidFill>
                  <a:srgbClr val="000000"/>
                </a:solidFill>
                <a:latin typeface="Noto Sans"/>
                <a:ea typeface="Noto Sans"/>
                <a:cs typeface="Noto Sans"/>
                <a:sym typeface="Noto Sans"/>
              </a:rPr>
              <a:t> tin </a:t>
            </a:r>
            <a:r>
              <a:rPr lang="en-US" sz="3599" dirty="0" err="1">
                <a:solidFill>
                  <a:srgbClr val="000000"/>
                </a:solidFill>
                <a:latin typeface="Noto Sans"/>
                <a:ea typeface="Noto Sans"/>
                <a:cs typeface="Noto Sans"/>
                <a:sym typeface="Noto Sans"/>
              </a:rPr>
              <a:t>cậy</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cho</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phán</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quyết</a:t>
            </a:r>
            <a:endParaRPr lang="en-US" sz="3599" dirty="0">
              <a:solidFill>
                <a:srgbClr val="000000"/>
              </a:solidFill>
              <a:latin typeface="Noto Sans"/>
              <a:ea typeface="Noto Sans"/>
              <a:cs typeface="Noto Sans"/>
              <a:sym typeface="Noto San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41898" y="495044"/>
            <a:ext cx="4886208" cy="9296912"/>
          </a:xfrm>
          <a:custGeom>
            <a:avLst/>
            <a:gdLst/>
            <a:ahLst/>
            <a:cxnLst/>
            <a:rect l="l" t="t" r="r" b="b"/>
            <a:pathLst>
              <a:path w="4886208" h="9296912">
                <a:moveTo>
                  <a:pt x="0" y="0"/>
                </a:moveTo>
                <a:lnTo>
                  <a:pt x="4886207" y="0"/>
                </a:lnTo>
                <a:lnTo>
                  <a:pt x="4886207" y="9296912"/>
                </a:lnTo>
                <a:lnTo>
                  <a:pt x="0" y="9296912"/>
                </a:lnTo>
                <a:lnTo>
                  <a:pt x="0" y="0"/>
                </a:lnTo>
                <a:close/>
              </a:path>
            </a:pathLst>
          </a:custGeom>
          <a:blipFill>
            <a:blip r:embed="rId3"/>
            <a:stretch>
              <a:fillRect/>
            </a:stretch>
          </a:blipFill>
        </p:spPr>
      </p:sp>
      <p:sp>
        <p:nvSpPr>
          <p:cNvPr id="3" name="TextBox 3"/>
          <p:cNvSpPr txBox="1"/>
          <p:nvPr/>
        </p:nvSpPr>
        <p:spPr>
          <a:xfrm>
            <a:off x="17189626" y="9210675"/>
            <a:ext cx="291747" cy="335541"/>
          </a:xfrm>
          <a:prstGeom prst="rect">
            <a:avLst/>
          </a:prstGeom>
        </p:spPr>
        <p:txBody>
          <a:bodyPr wrap="none" lIns="0" tIns="0" rIns="0" bIns="0" rtlCol="0" anchor="t">
            <a:spAutoFit/>
          </a:bodyPr>
          <a:lstStyle/>
          <a:p>
            <a:pPr algn="ctr">
              <a:lnSpc>
                <a:spcPts val="2800"/>
              </a:lnSpc>
              <a:spcBef>
                <a:spcPct val="0"/>
              </a:spcBef>
            </a:pPr>
            <a:r>
              <a:rPr lang="en-US" sz="2000" dirty="0" smtClean="0">
                <a:solidFill>
                  <a:srgbClr val="4A44BD"/>
                </a:solidFill>
                <a:latin typeface="Noto Sans"/>
                <a:ea typeface="Noto Sans"/>
                <a:cs typeface="Noto Sans"/>
                <a:sym typeface="Noto Sans"/>
              </a:rPr>
              <a:t>10</a:t>
            </a:r>
            <a:endParaRPr lang="en-US" sz="2000" dirty="0">
              <a:solidFill>
                <a:srgbClr val="4A44BD"/>
              </a:solidFill>
              <a:latin typeface="Noto Sans"/>
              <a:ea typeface="Noto Sans"/>
              <a:cs typeface="Noto Sans"/>
              <a:sym typeface="Noto Sans"/>
            </a:endParaRPr>
          </a:p>
        </p:txBody>
      </p:sp>
      <p:sp>
        <p:nvSpPr>
          <p:cNvPr id="4" name="TextBox 4"/>
          <p:cNvSpPr txBox="1"/>
          <p:nvPr/>
        </p:nvSpPr>
        <p:spPr>
          <a:xfrm>
            <a:off x="1028700" y="431800"/>
            <a:ext cx="16099405" cy="866775"/>
          </a:xfrm>
          <a:prstGeom prst="rect">
            <a:avLst/>
          </a:prstGeom>
        </p:spPr>
        <p:txBody>
          <a:bodyPr lIns="0" tIns="0" rIns="0" bIns="0" rtlCol="0" anchor="t">
            <a:spAutoFit/>
          </a:bodyPr>
          <a:lstStyle/>
          <a:p>
            <a:pPr marL="0" lvl="0" indent="0" algn="l">
              <a:lnSpc>
                <a:spcPts val="6600"/>
              </a:lnSpc>
            </a:pPr>
            <a:r>
              <a:rPr lang="en-US" sz="6000" b="1" spc="-120">
                <a:solidFill>
                  <a:srgbClr val="4A44BD"/>
                </a:solidFill>
                <a:latin typeface="Be Vietnam Ultra-Bold"/>
                <a:ea typeface="Be Vietnam Ultra-Bold"/>
                <a:cs typeface="Be Vietnam Ultra-Bold"/>
                <a:sym typeface="Be Vietnam Ultra-Bold"/>
              </a:rPr>
              <a:t>THIẾT KẾ HỆ THỐNG </a:t>
            </a:r>
          </a:p>
        </p:txBody>
      </p:sp>
      <p:sp>
        <p:nvSpPr>
          <p:cNvPr id="5" name="TextBox 5"/>
          <p:cNvSpPr txBox="1"/>
          <p:nvPr/>
        </p:nvSpPr>
        <p:spPr>
          <a:xfrm>
            <a:off x="0" y="3086100"/>
            <a:ext cx="12110704" cy="5729645"/>
          </a:xfrm>
          <a:prstGeom prst="rect">
            <a:avLst/>
          </a:prstGeom>
        </p:spPr>
        <p:txBody>
          <a:bodyPr wrap="square" lIns="0" tIns="0" rIns="0" bIns="0" rtlCol="0" anchor="t">
            <a:spAutoFit/>
          </a:bodyPr>
          <a:lstStyle/>
          <a:p>
            <a:pPr marL="777238" lvl="1" indent="-388619" algn="l">
              <a:lnSpc>
                <a:spcPts val="5039"/>
              </a:lnSpc>
              <a:buFont typeface="Arial"/>
              <a:buChar char="•"/>
            </a:pPr>
            <a:r>
              <a:rPr lang="en-US" sz="3599" b="1" dirty="0" err="1" smtClean="0">
                <a:solidFill>
                  <a:srgbClr val="000000"/>
                </a:solidFill>
                <a:latin typeface="Noto Sans"/>
                <a:ea typeface="Noto Sans"/>
                <a:cs typeface="Noto Sans"/>
                <a:sym typeface="Noto Sans"/>
              </a:rPr>
              <a:t>Thư</a:t>
            </a:r>
            <a:r>
              <a:rPr lang="en-US" sz="3599" b="1" dirty="0" smtClean="0">
                <a:solidFill>
                  <a:srgbClr val="000000"/>
                </a:solidFill>
                <a:latin typeface="Noto Sans"/>
                <a:ea typeface="Noto Sans"/>
                <a:cs typeface="Noto Sans"/>
                <a:sym typeface="Noto Sans"/>
              </a:rPr>
              <a:t> </a:t>
            </a:r>
            <a:r>
              <a:rPr lang="en-US" sz="3599" b="1" dirty="0" err="1" smtClean="0">
                <a:solidFill>
                  <a:srgbClr val="000000"/>
                </a:solidFill>
                <a:latin typeface="Noto Sans"/>
                <a:ea typeface="Noto Sans"/>
                <a:cs typeface="Noto Sans"/>
                <a:sym typeface="Noto Sans"/>
              </a:rPr>
              <a:t>viện</a:t>
            </a:r>
            <a:r>
              <a:rPr lang="en-US" sz="3599" b="1" dirty="0" smtClean="0">
                <a:solidFill>
                  <a:srgbClr val="000000"/>
                </a:solidFill>
                <a:latin typeface="Noto Sans"/>
                <a:ea typeface="Noto Sans"/>
                <a:cs typeface="Noto Sans"/>
                <a:sym typeface="Noto Sans"/>
              </a:rPr>
              <a:t>: </a:t>
            </a:r>
            <a:r>
              <a:rPr lang="en-US" sz="3599" dirty="0" smtClean="0">
                <a:solidFill>
                  <a:srgbClr val="000000"/>
                </a:solidFill>
                <a:latin typeface="Noto Sans"/>
                <a:ea typeface="Noto Sans"/>
                <a:cs typeface="Noto Sans"/>
                <a:sym typeface="Noto Sans"/>
              </a:rPr>
              <a:t>Python</a:t>
            </a:r>
            <a:r>
              <a:rPr lang="en-US" sz="3599" dirty="0">
                <a:solidFill>
                  <a:srgbClr val="000000"/>
                </a:solidFill>
                <a:latin typeface="Noto Sans"/>
                <a:ea typeface="Noto Sans"/>
                <a:cs typeface="Noto Sans"/>
                <a:sym typeface="Noto Sans"/>
              </a:rPr>
              <a:t>, </a:t>
            </a:r>
            <a:r>
              <a:rPr lang="en-US" sz="3599" b="1" dirty="0" err="1">
                <a:solidFill>
                  <a:srgbClr val="000000"/>
                </a:solidFill>
                <a:latin typeface="Noto Sans"/>
                <a:ea typeface="Noto Sans"/>
                <a:cs typeface="Noto Sans"/>
                <a:sym typeface="Noto Sans"/>
              </a:rPr>
              <a:t>OpenCV</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Xử</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lý</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ảnh</a:t>
            </a:r>
            <a:r>
              <a:rPr lang="en-US" sz="3599" dirty="0">
                <a:solidFill>
                  <a:srgbClr val="000000"/>
                </a:solidFill>
                <a:latin typeface="Noto Sans"/>
                <a:ea typeface="Noto Sans"/>
                <a:cs typeface="Noto Sans"/>
                <a:sym typeface="Noto Sans"/>
              </a:rPr>
              <a:t>), </a:t>
            </a:r>
            <a:r>
              <a:rPr lang="en-US" sz="3599" b="1" dirty="0" err="1">
                <a:solidFill>
                  <a:srgbClr val="000000"/>
                </a:solidFill>
                <a:latin typeface="Noto Sans"/>
                <a:ea typeface="Noto Sans"/>
                <a:cs typeface="Noto Sans"/>
                <a:sym typeface="Noto Sans"/>
              </a:rPr>
              <a:t>NumPy</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Tính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toán</a:t>
            </a:r>
            <a:r>
              <a:rPr lang="en-US" sz="3599" dirty="0">
                <a:solidFill>
                  <a:srgbClr val="000000"/>
                </a:solidFill>
                <a:latin typeface="Noto Sans"/>
                <a:ea typeface="Noto Sans"/>
                <a:cs typeface="Noto Sans"/>
                <a:sym typeface="Noto Sans"/>
              </a:rPr>
              <a:t>), </a:t>
            </a:r>
            <a:r>
              <a:rPr lang="en-US" sz="3599" b="1" dirty="0" err="1">
                <a:solidFill>
                  <a:srgbClr val="000000"/>
                </a:solidFill>
                <a:latin typeface="Noto Sans"/>
                <a:ea typeface="Noto Sans"/>
                <a:cs typeface="Noto Sans"/>
                <a:sym typeface="Noto Sans"/>
              </a:rPr>
              <a:t>PyQt</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Giao</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diện</a:t>
            </a:r>
            <a:r>
              <a:rPr lang="en-US" sz="3599" dirty="0">
                <a:solidFill>
                  <a:srgbClr val="000000"/>
                </a:solidFill>
                <a:latin typeface="Noto Sans"/>
                <a:ea typeface="Noto Sans"/>
                <a:cs typeface="Noto Sans"/>
                <a:sym typeface="Noto Sans"/>
              </a:rPr>
              <a:t>), </a:t>
            </a:r>
            <a:r>
              <a:rPr lang="en-US" sz="3599" b="1" dirty="0">
                <a:solidFill>
                  <a:srgbClr val="000000"/>
                </a:solidFill>
                <a:latin typeface="Noto Sans"/>
                <a:ea typeface="Noto Sans"/>
                <a:cs typeface="Noto Sans"/>
                <a:sym typeface="Noto Sans"/>
              </a:rPr>
              <a:t>CSV</a:t>
            </a:r>
            <a:r>
              <a:rPr lang="en-US" sz="3599" dirty="0">
                <a:solidFill>
                  <a:srgbClr val="000000"/>
                </a:solidFill>
                <a:latin typeface="Noto Sans"/>
                <a:ea typeface="Noto Sans"/>
                <a:cs typeface="Noto Sans"/>
                <a:sym typeface="Noto Sans"/>
              </a:rPr>
              <a:t>.</a:t>
            </a:r>
          </a:p>
          <a:p>
            <a:pPr marL="777238" lvl="1" indent="-388619" algn="l">
              <a:lnSpc>
                <a:spcPts val="5039"/>
              </a:lnSpc>
              <a:buFont typeface="Arial"/>
              <a:buChar char="•"/>
            </a:pPr>
            <a:r>
              <a:rPr lang="en-US" sz="3599" b="1" dirty="0" err="1">
                <a:solidFill>
                  <a:srgbClr val="000000"/>
                </a:solidFill>
                <a:latin typeface="Noto Sans"/>
                <a:ea typeface="Noto Sans"/>
                <a:cs typeface="Noto Sans"/>
                <a:sym typeface="Noto Sans"/>
              </a:rPr>
              <a:t>Đầu</a:t>
            </a:r>
            <a:r>
              <a:rPr lang="en-US" sz="3599" b="1" dirty="0">
                <a:solidFill>
                  <a:srgbClr val="000000"/>
                </a:solidFill>
                <a:latin typeface="Noto Sans"/>
                <a:ea typeface="Noto Sans"/>
                <a:cs typeface="Noto Sans"/>
                <a:sym typeface="Noto Sans"/>
              </a:rPr>
              <a:t> </a:t>
            </a:r>
            <a:r>
              <a:rPr lang="en-US" sz="3599" b="1" dirty="0" err="1">
                <a:solidFill>
                  <a:srgbClr val="000000"/>
                </a:solidFill>
                <a:latin typeface="Noto Sans"/>
                <a:ea typeface="Noto Sans"/>
                <a:cs typeface="Noto Sans"/>
                <a:sym typeface="Noto Sans"/>
              </a:rPr>
              <a:t>vào</a:t>
            </a:r>
            <a:r>
              <a:rPr lang="en-US" sz="3599" b="1" dirty="0">
                <a:solidFill>
                  <a:srgbClr val="000000"/>
                </a:solidFill>
                <a:latin typeface="Noto Sans"/>
                <a:ea typeface="Noto Sans"/>
                <a:cs typeface="Noto Sans"/>
                <a:sym typeface="Noto Sans"/>
              </a:rPr>
              <a:t> (Input): </a:t>
            </a:r>
            <a:r>
              <a:rPr lang="en-US" sz="3599" dirty="0" err="1">
                <a:solidFill>
                  <a:srgbClr val="000000"/>
                </a:solidFill>
                <a:latin typeface="Noto Sans"/>
                <a:ea typeface="Noto Sans"/>
                <a:cs typeface="Noto Sans"/>
                <a:sym typeface="Noto Sans"/>
              </a:rPr>
              <a:t>Ảnh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từ</a:t>
            </a:r>
            <a:r>
              <a:rPr lang="en-US" sz="3599" dirty="0">
                <a:solidFill>
                  <a:srgbClr val="000000"/>
                </a:solidFill>
                <a:latin typeface="Noto Sans"/>
                <a:ea typeface="Noto Sans"/>
                <a:cs typeface="Noto Sans"/>
                <a:sym typeface="Noto Sans"/>
              </a:rPr>
              <a:t> camera, </a:t>
            </a:r>
            <a:r>
              <a:rPr lang="en-US" sz="3599" dirty="0" err="1">
                <a:solidFill>
                  <a:srgbClr val="000000"/>
                </a:solidFill>
                <a:latin typeface="Noto Sans"/>
                <a:ea typeface="Noto Sans"/>
                <a:cs typeface="Noto Sans"/>
                <a:sym typeface="Noto Sans"/>
              </a:rPr>
              <a:t>danh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sách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vùng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quan</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tâm</a:t>
            </a:r>
            <a:r>
              <a:rPr lang="en-US" sz="3599" dirty="0">
                <a:solidFill>
                  <a:srgbClr val="000000"/>
                </a:solidFill>
                <a:latin typeface="Noto Sans"/>
                <a:ea typeface="Noto Sans"/>
                <a:cs typeface="Noto Sans"/>
                <a:sym typeface="Noto Sans"/>
              </a:rPr>
              <a:t> (</a:t>
            </a:r>
            <a:r>
              <a:rPr lang="en-US" sz="3599" b="1" dirty="0">
                <a:solidFill>
                  <a:srgbClr val="000000"/>
                </a:solidFill>
                <a:latin typeface="Noto Sans"/>
                <a:ea typeface="Noto Sans"/>
                <a:cs typeface="Noto Sans"/>
                <a:sym typeface="Noto Sans"/>
              </a:rPr>
              <a:t>ROI</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tham</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số</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ngưỡng</a:t>
            </a:r>
            <a:r>
              <a:rPr lang="en-US" sz="3599" dirty="0">
                <a:solidFill>
                  <a:srgbClr val="000000"/>
                </a:solidFill>
                <a:latin typeface="Noto Sans"/>
                <a:ea typeface="Noto Sans"/>
                <a:cs typeface="Noto Sans"/>
                <a:sym typeface="Noto Sans"/>
              </a:rPr>
              <a:t>.</a:t>
            </a:r>
          </a:p>
          <a:p>
            <a:pPr marL="777238" lvl="1" indent="-388619" algn="l">
              <a:lnSpc>
                <a:spcPts val="5039"/>
              </a:lnSpc>
              <a:buFont typeface="Arial"/>
              <a:buChar char="•"/>
            </a:pPr>
            <a:r>
              <a:rPr lang="en-US" sz="3599" b="1" dirty="0" err="1">
                <a:solidFill>
                  <a:srgbClr val="000000"/>
                </a:solidFill>
                <a:latin typeface="Noto Sans"/>
                <a:ea typeface="Noto Sans"/>
                <a:cs typeface="Noto Sans"/>
                <a:sym typeface="Noto Sans"/>
              </a:rPr>
              <a:t>Đầu</a:t>
            </a:r>
            <a:r>
              <a:rPr lang="en-US" sz="3599" b="1" dirty="0">
                <a:solidFill>
                  <a:srgbClr val="000000"/>
                </a:solidFill>
                <a:latin typeface="Noto Sans"/>
                <a:ea typeface="Noto Sans"/>
                <a:cs typeface="Noto Sans"/>
                <a:sym typeface="Noto Sans"/>
              </a:rPr>
              <a:t> </a:t>
            </a:r>
            <a:r>
              <a:rPr lang="en-US" sz="3599" b="1" dirty="0" err="1">
                <a:solidFill>
                  <a:srgbClr val="000000"/>
                </a:solidFill>
                <a:latin typeface="Noto Sans"/>
                <a:ea typeface="Noto Sans"/>
                <a:cs typeface="Noto Sans"/>
                <a:sym typeface="Noto Sans"/>
              </a:rPr>
              <a:t>ra</a:t>
            </a:r>
            <a:r>
              <a:rPr lang="en-US" sz="3599" b="1" dirty="0">
                <a:solidFill>
                  <a:srgbClr val="000000"/>
                </a:solidFill>
                <a:latin typeface="Noto Sans"/>
                <a:ea typeface="Noto Sans"/>
                <a:cs typeface="Noto Sans"/>
                <a:sym typeface="Noto Sans"/>
              </a:rPr>
              <a:t> (Output): </a:t>
            </a:r>
            <a:r>
              <a:rPr lang="en-US" sz="3599" dirty="0" err="1">
                <a:solidFill>
                  <a:srgbClr val="000000"/>
                </a:solidFill>
                <a:latin typeface="Noto Sans"/>
                <a:ea typeface="Noto Sans"/>
                <a:cs typeface="Noto Sans"/>
                <a:sym typeface="Noto Sans"/>
              </a:rPr>
              <a:t>Trạng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thái</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linh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kiện</a:t>
            </a:r>
            <a:r>
              <a:rPr lang="en-US" sz="3599" dirty="0">
                <a:solidFill>
                  <a:srgbClr val="000000"/>
                </a:solidFill>
                <a:latin typeface="Noto Sans"/>
                <a:ea typeface="Noto Sans"/>
                <a:cs typeface="Noto Sans"/>
                <a:sym typeface="Noto Sans"/>
              </a:rPr>
              <a:t> (</a:t>
            </a:r>
            <a:r>
              <a:rPr lang="en-US" sz="3599" b="1" dirty="0">
                <a:solidFill>
                  <a:srgbClr val="000000"/>
                </a:solidFill>
                <a:latin typeface="Noto Sans"/>
                <a:ea typeface="Noto Sans"/>
                <a:cs typeface="Noto Sans"/>
                <a:sym typeface="Noto Sans"/>
              </a:rPr>
              <a:t>OK/NG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ảnh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đã</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đánh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dấu</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lỗi</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danh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sách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lỗi</a:t>
            </a:r>
            <a:r>
              <a:rPr lang="en-US" sz="3599" dirty="0">
                <a:solidFill>
                  <a:srgbClr val="000000"/>
                </a:solidFill>
                <a:latin typeface="Noto Sans"/>
                <a:ea typeface="Noto Sans"/>
                <a:cs typeface="Noto Sans"/>
                <a:sym typeface="Noto Sans"/>
              </a:rPr>
              <a:t>, file </a:t>
            </a:r>
            <a:r>
              <a:rPr lang="en-US" sz="3599" dirty="0" err="1">
                <a:solidFill>
                  <a:srgbClr val="000000"/>
                </a:solidFill>
                <a:latin typeface="Noto Sans"/>
                <a:ea typeface="Noto Sans"/>
                <a:cs typeface="Noto Sans"/>
                <a:sym typeface="Noto Sans"/>
              </a:rPr>
              <a:t>báo</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cáo</a:t>
            </a:r>
            <a:r>
              <a:rPr lang="en-US" sz="3599" dirty="0">
                <a:solidFill>
                  <a:srgbClr val="000000"/>
                </a:solidFill>
                <a:latin typeface="Noto Sans"/>
                <a:ea typeface="Noto Sans"/>
                <a:cs typeface="Noto Sans"/>
                <a:sym typeface="Noto Sans"/>
              </a:rPr>
              <a:t>.</a:t>
            </a:r>
          </a:p>
          <a:p>
            <a:pPr marL="777238" lvl="1" indent="-388619" algn="l">
              <a:lnSpc>
                <a:spcPts val="5039"/>
              </a:lnSpc>
              <a:buFont typeface="Arial"/>
              <a:buChar char="•"/>
            </a:pPr>
            <a:r>
              <a:rPr lang="en-US" sz="3599" dirty="0" err="1">
                <a:solidFill>
                  <a:srgbClr val="000000"/>
                </a:solidFill>
                <a:latin typeface="Noto Sans"/>
                <a:ea typeface="Noto Sans"/>
                <a:cs typeface="Noto Sans"/>
                <a:sym typeface="Noto Sans"/>
              </a:rPr>
              <a:t>K</a:t>
            </a:r>
            <a:r>
              <a:rPr lang="en-US" sz="3599" dirty="0" err="1" smtClean="0">
                <a:solidFill>
                  <a:srgbClr val="000000"/>
                </a:solidFill>
                <a:latin typeface="Noto Sans"/>
                <a:ea typeface="Noto Sans"/>
                <a:cs typeface="Noto Sans"/>
                <a:sym typeface="Noto Sans"/>
              </a:rPr>
              <a:t>ê</a:t>
            </a:r>
            <a:r>
              <a:rPr lang="en-US" sz="3599" dirty="0" smtClean="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tọa</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độ</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lỗi</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và</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tự</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động</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xuất</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báo</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cáo</a:t>
            </a:r>
            <a:r>
              <a:rPr lang="en-US" sz="3599" dirty="0">
                <a:solidFill>
                  <a:srgbClr val="000000"/>
                </a:solidFill>
                <a:latin typeface="Noto Sans"/>
                <a:ea typeface="Noto Sans"/>
                <a:cs typeface="Noto Sans"/>
                <a:sym typeface="Noto Sans"/>
              </a:rPr>
              <a:t> </a:t>
            </a:r>
            <a:r>
              <a:rPr lang="en-US" sz="3599" b="1" dirty="0">
                <a:solidFill>
                  <a:srgbClr val="000000"/>
                </a:solidFill>
                <a:latin typeface="Noto Sans"/>
                <a:ea typeface="Noto Sans"/>
                <a:cs typeface="Noto Sans"/>
                <a:sym typeface="Noto Sans"/>
              </a:rPr>
              <a:t>CSV</a:t>
            </a:r>
            <a:r>
              <a:rPr lang="en-US" sz="3599" dirty="0">
                <a:solidFill>
                  <a:srgbClr val="000000"/>
                </a:solidFill>
                <a:latin typeface="Noto Sans"/>
                <a:ea typeface="Noto Sans"/>
                <a:cs typeface="Noto Sans"/>
                <a:sym typeface="Noto Sans"/>
              </a:rPr>
              <a:t> &amp; </a:t>
            </a:r>
            <a:r>
              <a:rPr lang="en-US" sz="3599" dirty="0" err="1">
                <a:solidFill>
                  <a:srgbClr val="000000"/>
                </a:solidFill>
                <a:latin typeface="Noto Sans"/>
                <a:ea typeface="Noto Sans"/>
                <a:cs typeface="Noto Sans"/>
                <a:sym typeface="Noto Sans"/>
              </a:rPr>
              <a:t>ảnh</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nghiệm</a:t>
            </a:r>
            <a:r>
              <a:rPr lang="en-US" sz="3599" dirty="0">
                <a:solidFill>
                  <a:srgbClr val="000000"/>
                </a:solidFill>
                <a:latin typeface="Noto Sans"/>
                <a:ea typeface="Noto Sans"/>
                <a:cs typeface="Noto Sans"/>
                <a:sym typeface="Noto Sans"/>
              </a:rPr>
              <a:t> </a:t>
            </a:r>
            <a:r>
              <a:rPr lang="en-US" sz="3599" dirty="0" err="1">
                <a:solidFill>
                  <a:srgbClr val="000000"/>
                </a:solidFill>
                <a:latin typeface="Noto Sans"/>
                <a:ea typeface="Noto Sans"/>
                <a:cs typeface="Noto Sans"/>
                <a:sym typeface="Noto Sans"/>
              </a:rPr>
              <a:t>thu</a:t>
            </a:r>
            <a:r>
              <a:rPr lang="en-US" sz="3599" dirty="0">
                <a:solidFill>
                  <a:srgbClr val="000000"/>
                </a:solidFill>
                <a:latin typeface="Noto Sans"/>
                <a:ea typeface="Noto Sans"/>
                <a:cs typeface="Noto Sans"/>
                <a:sym typeface="Noto Sans"/>
              </a:rPr>
              <a:t>.</a:t>
            </a:r>
          </a:p>
          <a:p>
            <a:pPr marL="777238" lvl="1" indent="-388619" algn="l">
              <a:lnSpc>
                <a:spcPts val="5039"/>
              </a:lnSpc>
              <a:buFont typeface="Arial"/>
              <a:buChar char="•"/>
            </a:pPr>
            <a:endParaRPr lang="en-US" sz="3599" dirty="0">
              <a:solidFill>
                <a:srgbClr val="000000"/>
              </a:solidFill>
              <a:latin typeface="Noto Sans"/>
              <a:ea typeface="Noto Sans"/>
              <a:cs typeface="Noto Sans"/>
              <a:sym typeface="Noto Sans"/>
            </a:endParaRPr>
          </a:p>
        </p:txBody>
      </p:sp>
      <p:sp>
        <p:nvSpPr>
          <p:cNvPr id="6" name="TextBox 6"/>
          <p:cNvSpPr txBox="1"/>
          <p:nvPr/>
        </p:nvSpPr>
        <p:spPr>
          <a:xfrm>
            <a:off x="836777" y="1377069"/>
            <a:ext cx="9069223" cy="807913"/>
          </a:xfrm>
          <a:prstGeom prst="rect">
            <a:avLst/>
          </a:prstGeom>
        </p:spPr>
        <p:txBody>
          <a:bodyPr wrap="square" lIns="0" tIns="0" rIns="0" bIns="0" rtlCol="0" anchor="t">
            <a:spAutoFit/>
          </a:bodyPr>
          <a:lstStyle/>
          <a:p>
            <a:pPr algn="l">
              <a:lnSpc>
                <a:spcPts val="6300"/>
              </a:lnSpc>
            </a:pPr>
            <a:r>
              <a:rPr lang="en-US" sz="4500" b="1" dirty="0" err="1">
                <a:solidFill>
                  <a:srgbClr val="000000"/>
                </a:solidFill>
                <a:latin typeface="Noto Sans Bold"/>
                <a:ea typeface="Noto Sans Bold"/>
                <a:cs typeface="Noto Sans Bold"/>
                <a:sym typeface="Noto Sans Bold"/>
              </a:rPr>
              <a:t>Thiết</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kế</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hệ</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thống</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phần</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mềm</a:t>
            </a:r>
            <a:endParaRPr lang="en-US" sz="4500" b="1" dirty="0">
              <a:solidFill>
                <a:srgbClr val="000000"/>
              </a:solidFill>
              <a:latin typeface="Noto Sans Bold"/>
              <a:ea typeface="Noto Sans Bold"/>
              <a:cs typeface="Noto Sans Bold"/>
              <a:sym typeface="Noto Sans Bold"/>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189627" y="9210675"/>
            <a:ext cx="291747" cy="335541"/>
          </a:xfrm>
          <a:prstGeom prst="rect">
            <a:avLst/>
          </a:prstGeom>
        </p:spPr>
        <p:txBody>
          <a:bodyPr wrap="none" lIns="0" tIns="0" rIns="0" bIns="0" rtlCol="0" anchor="t">
            <a:spAutoFit/>
          </a:bodyPr>
          <a:lstStyle/>
          <a:p>
            <a:pPr algn="ctr">
              <a:lnSpc>
                <a:spcPts val="2800"/>
              </a:lnSpc>
              <a:spcBef>
                <a:spcPct val="0"/>
              </a:spcBef>
            </a:pPr>
            <a:r>
              <a:rPr lang="en-US" sz="2000" dirty="0" smtClean="0">
                <a:solidFill>
                  <a:srgbClr val="000000"/>
                </a:solidFill>
                <a:latin typeface="Noto Sans"/>
                <a:ea typeface="Noto Sans"/>
                <a:cs typeface="Noto Sans"/>
                <a:sym typeface="Noto Sans"/>
              </a:rPr>
              <a:t>11</a:t>
            </a:r>
            <a:endParaRPr lang="en-US" sz="2000" dirty="0">
              <a:solidFill>
                <a:srgbClr val="000000"/>
              </a:solidFill>
              <a:latin typeface="Noto Sans"/>
              <a:ea typeface="Noto Sans"/>
              <a:cs typeface="Noto Sans"/>
              <a:sym typeface="Noto Sans"/>
            </a:endParaRPr>
          </a:p>
        </p:txBody>
      </p:sp>
      <p:sp>
        <p:nvSpPr>
          <p:cNvPr id="3" name="Freeform 3"/>
          <p:cNvSpPr/>
          <p:nvPr/>
        </p:nvSpPr>
        <p:spPr>
          <a:xfrm>
            <a:off x="12241898" y="495044"/>
            <a:ext cx="4886208" cy="9296912"/>
          </a:xfrm>
          <a:custGeom>
            <a:avLst/>
            <a:gdLst/>
            <a:ahLst/>
            <a:cxnLst/>
            <a:rect l="l" t="t" r="r" b="b"/>
            <a:pathLst>
              <a:path w="4886208" h="9296912">
                <a:moveTo>
                  <a:pt x="0" y="0"/>
                </a:moveTo>
                <a:lnTo>
                  <a:pt x="4886207" y="0"/>
                </a:lnTo>
                <a:lnTo>
                  <a:pt x="4886207" y="9296912"/>
                </a:lnTo>
                <a:lnTo>
                  <a:pt x="0" y="9296912"/>
                </a:lnTo>
                <a:lnTo>
                  <a:pt x="0" y="0"/>
                </a:lnTo>
                <a:close/>
              </a:path>
            </a:pathLst>
          </a:custGeom>
          <a:blipFill>
            <a:blip r:embed="rId3"/>
            <a:stretch>
              <a:fillRect/>
            </a:stretch>
          </a:blipFill>
        </p:spPr>
      </p:sp>
      <p:sp>
        <p:nvSpPr>
          <p:cNvPr id="4" name="TextBox 4"/>
          <p:cNvSpPr txBox="1"/>
          <p:nvPr/>
        </p:nvSpPr>
        <p:spPr>
          <a:xfrm>
            <a:off x="1028700" y="431800"/>
            <a:ext cx="16099405" cy="866775"/>
          </a:xfrm>
          <a:prstGeom prst="rect">
            <a:avLst/>
          </a:prstGeom>
        </p:spPr>
        <p:txBody>
          <a:bodyPr lIns="0" tIns="0" rIns="0" bIns="0" rtlCol="0" anchor="t">
            <a:spAutoFit/>
          </a:bodyPr>
          <a:lstStyle/>
          <a:p>
            <a:pPr marL="0" lvl="0" indent="0" algn="l">
              <a:lnSpc>
                <a:spcPts val="6600"/>
              </a:lnSpc>
            </a:pPr>
            <a:r>
              <a:rPr lang="en-US" sz="6000" b="1" spc="-120">
                <a:solidFill>
                  <a:srgbClr val="4A44BD"/>
                </a:solidFill>
                <a:latin typeface="Be Vietnam Ultra-Bold"/>
                <a:ea typeface="Be Vietnam Ultra-Bold"/>
                <a:cs typeface="Be Vietnam Ultra-Bold"/>
                <a:sym typeface="Be Vietnam Ultra-Bold"/>
              </a:rPr>
              <a:t>THIẾT KẾ HỆ THỐNG </a:t>
            </a:r>
          </a:p>
        </p:txBody>
      </p:sp>
      <p:sp>
        <p:nvSpPr>
          <p:cNvPr id="5" name="TextBox 5"/>
          <p:cNvSpPr txBox="1"/>
          <p:nvPr/>
        </p:nvSpPr>
        <p:spPr>
          <a:xfrm>
            <a:off x="836777" y="1377069"/>
            <a:ext cx="9755023" cy="807913"/>
          </a:xfrm>
          <a:prstGeom prst="rect">
            <a:avLst/>
          </a:prstGeom>
        </p:spPr>
        <p:txBody>
          <a:bodyPr wrap="square" lIns="0" tIns="0" rIns="0" bIns="0" rtlCol="0" anchor="t">
            <a:spAutoFit/>
          </a:bodyPr>
          <a:lstStyle/>
          <a:p>
            <a:pPr algn="l">
              <a:lnSpc>
                <a:spcPts val="6300"/>
              </a:lnSpc>
            </a:pPr>
            <a:r>
              <a:rPr lang="en-US" sz="4500" b="1" dirty="0" err="1">
                <a:solidFill>
                  <a:srgbClr val="000000"/>
                </a:solidFill>
                <a:latin typeface="Noto Sans Bold"/>
                <a:ea typeface="Noto Sans Bold"/>
                <a:cs typeface="Noto Sans Bold"/>
                <a:sym typeface="Noto Sans Bold"/>
              </a:rPr>
              <a:t>Thiết</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kế</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hệ</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thống</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phần</a:t>
            </a:r>
            <a:r>
              <a:rPr lang="en-US" sz="4500" b="1" dirty="0">
                <a:solidFill>
                  <a:srgbClr val="000000"/>
                </a:solidFill>
                <a:latin typeface="Noto Sans Bold"/>
                <a:ea typeface="Noto Sans Bold"/>
                <a:cs typeface="Noto Sans Bold"/>
                <a:sym typeface="Noto Sans Bold"/>
              </a:rPr>
              <a:t> </a:t>
            </a:r>
            <a:r>
              <a:rPr lang="en-US" sz="4500" b="1" dirty="0" err="1">
                <a:solidFill>
                  <a:srgbClr val="000000"/>
                </a:solidFill>
                <a:latin typeface="Noto Sans Bold"/>
                <a:ea typeface="Noto Sans Bold"/>
                <a:cs typeface="Noto Sans Bold"/>
                <a:sym typeface="Noto Sans Bold"/>
              </a:rPr>
              <a:t>mềm</a:t>
            </a:r>
            <a:endParaRPr lang="en-US" sz="4500" b="1" dirty="0">
              <a:solidFill>
                <a:srgbClr val="000000"/>
              </a:solidFill>
              <a:latin typeface="Noto Sans Bold"/>
              <a:ea typeface="Noto Sans Bold"/>
              <a:cs typeface="Noto Sans Bold"/>
              <a:sym typeface="Noto Sans Bold"/>
            </a:endParaRPr>
          </a:p>
        </p:txBody>
      </p:sp>
      <p:sp>
        <p:nvSpPr>
          <p:cNvPr id="6" name="TextBox 6"/>
          <p:cNvSpPr txBox="1"/>
          <p:nvPr/>
        </p:nvSpPr>
        <p:spPr>
          <a:xfrm>
            <a:off x="364518" y="2193328"/>
            <a:ext cx="12208482" cy="6617196"/>
          </a:xfrm>
          <a:prstGeom prst="rect">
            <a:avLst/>
          </a:prstGeom>
        </p:spPr>
        <p:txBody>
          <a:bodyPr wrap="square" lIns="0" tIns="0" rIns="0" bIns="0" rtlCol="0" anchor="t">
            <a:spAutoFit/>
          </a:bodyPr>
          <a:lstStyle/>
          <a:p>
            <a:pPr algn="l">
              <a:lnSpc>
                <a:spcPts val="4291"/>
              </a:lnSpc>
            </a:pPr>
            <a:r>
              <a:rPr lang="en-US" sz="3065" dirty="0" err="1">
                <a:solidFill>
                  <a:srgbClr val="000000"/>
                </a:solidFill>
                <a:latin typeface="Noto Sans"/>
                <a:ea typeface="Noto Sans"/>
                <a:cs typeface="Noto Sans"/>
                <a:sym typeface="Noto Sans"/>
              </a:rPr>
              <a:t>Luồng</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giải</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thuật</a:t>
            </a:r>
            <a:r>
              <a:rPr lang="en-US" sz="3065" dirty="0">
                <a:solidFill>
                  <a:srgbClr val="000000"/>
                </a:solidFill>
                <a:latin typeface="Noto Sans"/>
                <a:ea typeface="Noto Sans"/>
                <a:cs typeface="Noto Sans"/>
                <a:sym typeface="Noto Sans"/>
              </a:rPr>
              <a:t> </a:t>
            </a:r>
            <a:r>
              <a:rPr lang="en-US" sz="3065" dirty="0" smtClean="0">
                <a:solidFill>
                  <a:srgbClr val="000000"/>
                </a:solidFill>
                <a:latin typeface="Noto Sans"/>
                <a:ea typeface="Noto Sans"/>
                <a:cs typeface="Noto Sans"/>
                <a:sym typeface="Noto Sans"/>
              </a:rPr>
              <a:t> </a:t>
            </a:r>
            <a:r>
              <a:rPr lang="en-US" sz="3065" dirty="0" err="1" smtClean="0">
                <a:solidFill>
                  <a:srgbClr val="000000"/>
                </a:solidFill>
                <a:latin typeface="Noto Sans"/>
                <a:ea typeface="Noto Sans"/>
                <a:cs typeface="Noto Sans"/>
                <a:sym typeface="Noto Sans"/>
              </a:rPr>
              <a:t>gồm</a:t>
            </a:r>
            <a:r>
              <a:rPr lang="en-US" sz="3065" dirty="0" smtClean="0">
                <a:solidFill>
                  <a:srgbClr val="000000"/>
                </a:solidFill>
                <a:latin typeface="Noto Sans"/>
                <a:ea typeface="Noto Sans"/>
                <a:cs typeface="Noto Sans"/>
                <a:sym typeface="Noto Sans"/>
              </a:rPr>
              <a:t> 3 </a:t>
            </a:r>
            <a:r>
              <a:rPr lang="en-US" sz="3065" dirty="0" err="1">
                <a:solidFill>
                  <a:srgbClr val="000000"/>
                </a:solidFill>
                <a:latin typeface="Noto Sans"/>
                <a:ea typeface="Noto Sans"/>
                <a:cs typeface="Noto Sans"/>
                <a:sym typeface="Noto Sans"/>
              </a:rPr>
              <a:t>Giai</a:t>
            </a:r>
            <a:r>
              <a:rPr lang="en-US" sz="3065" dirty="0">
                <a:solidFill>
                  <a:srgbClr val="000000"/>
                </a:solidFill>
                <a:latin typeface="Noto Sans"/>
                <a:ea typeface="Noto Sans"/>
                <a:cs typeface="Noto Sans"/>
                <a:sym typeface="Noto Sans"/>
              </a:rPr>
              <a:t> </a:t>
            </a:r>
            <a:r>
              <a:rPr lang="en-US" sz="3065" dirty="0" err="1" smtClean="0">
                <a:solidFill>
                  <a:srgbClr val="000000"/>
                </a:solidFill>
                <a:latin typeface="Noto Sans"/>
                <a:ea typeface="Noto Sans"/>
                <a:cs typeface="Noto Sans"/>
                <a:sym typeface="Noto Sans"/>
              </a:rPr>
              <a:t>đoạn</a:t>
            </a:r>
            <a:r>
              <a:rPr lang="en-US" sz="3065" dirty="0">
                <a:solidFill>
                  <a:srgbClr val="000000"/>
                </a:solidFill>
                <a:latin typeface="Noto Sans"/>
                <a:ea typeface="Noto Sans"/>
                <a:cs typeface="Noto Sans"/>
                <a:sym typeface="Noto Sans"/>
              </a:rPr>
              <a:t>:</a:t>
            </a:r>
          </a:p>
          <a:p>
            <a:pPr marL="661851" lvl="1" indent="-330926" algn="l">
              <a:lnSpc>
                <a:spcPts val="4291"/>
              </a:lnSpc>
              <a:buFont typeface="Arial"/>
              <a:buChar char="•"/>
            </a:pPr>
            <a:r>
              <a:rPr lang="en-US" sz="3065" b="1" dirty="0" err="1">
                <a:solidFill>
                  <a:srgbClr val="000000"/>
                </a:solidFill>
                <a:latin typeface="Noto Sans"/>
                <a:ea typeface="Noto Sans"/>
                <a:cs typeface="Noto Sans"/>
                <a:sym typeface="Noto Sans"/>
              </a:rPr>
              <a:t>Bước</a:t>
            </a:r>
            <a:r>
              <a:rPr lang="en-US" sz="3065" b="1" dirty="0">
                <a:solidFill>
                  <a:srgbClr val="000000"/>
                </a:solidFill>
                <a:latin typeface="Noto Sans"/>
                <a:ea typeface="Noto Sans"/>
                <a:cs typeface="Noto Sans"/>
                <a:sym typeface="Noto Sans"/>
              </a:rPr>
              <a:t> 1 - </a:t>
            </a:r>
            <a:r>
              <a:rPr lang="en-US" sz="3065" b="1" dirty="0" err="1">
                <a:solidFill>
                  <a:srgbClr val="000000"/>
                </a:solidFill>
                <a:latin typeface="Noto Sans"/>
                <a:ea typeface="Noto Sans"/>
                <a:cs typeface="Noto Sans"/>
                <a:sym typeface="Noto Sans"/>
              </a:rPr>
              <a:t>Tiền</a:t>
            </a:r>
            <a:r>
              <a:rPr lang="en-US" sz="3065" b="1" dirty="0">
                <a:solidFill>
                  <a:srgbClr val="000000"/>
                </a:solidFill>
                <a:latin typeface="Noto Sans"/>
                <a:ea typeface="Noto Sans"/>
                <a:cs typeface="Noto Sans"/>
                <a:sym typeface="Noto Sans"/>
              </a:rPr>
              <a:t> </a:t>
            </a:r>
            <a:r>
              <a:rPr lang="en-US" sz="3065" b="1" dirty="0" err="1">
                <a:solidFill>
                  <a:srgbClr val="000000"/>
                </a:solidFill>
                <a:latin typeface="Noto Sans"/>
                <a:ea typeface="Noto Sans"/>
                <a:cs typeface="Noto Sans"/>
                <a:sym typeface="Noto Sans"/>
              </a:rPr>
              <a:t>xử</a:t>
            </a:r>
            <a:r>
              <a:rPr lang="en-US" sz="3065" b="1" dirty="0">
                <a:solidFill>
                  <a:srgbClr val="000000"/>
                </a:solidFill>
                <a:latin typeface="Noto Sans"/>
                <a:ea typeface="Noto Sans"/>
                <a:cs typeface="Noto Sans"/>
                <a:sym typeface="Noto Sans"/>
              </a:rPr>
              <a:t> </a:t>
            </a:r>
            <a:r>
              <a:rPr lang="en-US" sz="3065" b="1" dirty="0" err="1">
                <a:solidFill>
                  <a:srgbClr val="000000"/>
                </a:solidFill>
                <a:latin typeface="Noto Sans"/>
                <a:ea typeface="Noto Sans"/>
                <a:cs typeface="Noto Sans"/>
                <a:sym typeface="Noto Sans"/>
              </a:rPr>
              <a:t>lý</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Trích</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xuất</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vùng</a:t>
            </a:r>
            <a:r>
              <a:rPr lang="en-US" sz="3065" dirty="0">
                <a:solidFill>
                  <a:srgbClr val="000000"/>
                </a:solidFill>
                <a:latin typeface="Noto Sans"/>
                <a:ea typeface="Noto Sans"/>
                <a:cs typeface="Noto Sans"/>
                <a:sym typeface="Noto Sans"/>
              </a:rPr>
              <a:t> ROI </a:t>
            </a:r>
            <a:r>
              <a:rPr lang="en-US" sz="3065" dirty="0" err="1">
                <a:solidFill>
                  <a:srgbClr val="000000"/>
                </a:solidFill>
                <a:latin typeface="Noto Sans"/>
                <a:ea typeface="Noto Sans"/>
                <a:cs typeface="Noto Sans"/>
                <a:sym typeface="Noto Sans"/>
              </a:rPr>
              <a:t>trung</a:t>
            </a:r>
            <a:r>
              <a:rPr lang="en-US" sz="3065" dirty="0">
                <a:solidFill>
                  <a:srgbClr val="000000"/>
                </a:solidFill>
                <a:latin typeface="Noto Sans"/>
                <a:ea typeface="Noto Sans"/>
                <a:cs typeface="Noto Sans"/>
                <a:sym typeface="Noto Sans"/>
              </a:rPr>
              <a:t> </a:t>
            </a:r>
            <a:r>
              <a:rPr lang="en-US" sz="3065" dirty="0" err="1" smtClean="0">
                <a:solidFill>
                  <a:srgbClr val="000000"/>
                </a:solidFill>
                <a:latin typeface="Noto Sans"/>
                <a:ea typeface="Noto Sans"/>
                <a:cs typeface="Noto Sans"/>
                <a:sym typeface="Noto Sans"/>
              </a:rPr>
              <a:t>tâm</a:t>
            </a:r>
            <a:r>
              <a:rPr lang="en-US" sz="3065" dirty="0" smtClean="0">
                <a:solidFill>
                  <a:srgbClr val="000000"/>
                </a:solidFill>
                <a:latin typeface="Noto Sans"/>
                <a:ea typeface="Noto Sans"/>
                <a:cs typeface="Noto Sans"/>
                <a:sym typeface="Noto Sans"/>
              </a:rPr>
              <a:t>, </a:t>
            </a:r>
            <a:r>
              <a:rPr lang="en-US" sz="3065" dirty="0" err="1" smtClean="0">
                <a:solidFill>
                  <a:srgbClr val="000000"/>
                </a:solidFill>
                <a:latin typeface="Noto Sans"/>
                <a:ea typeface="Noto Sans"/>
                <a:cs typeface="Noto Sans"/>
                <a:sym typeface="Noto Sans"/>
              </a:rPr>
              <a:t>nhằm</a:t>
            </a:r>
            <a:r>
              <a:rPr lang="en-US" sz="3065" dirty="0" smtClean="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loại</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bỏ</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nhiễu</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cảnh</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và</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tối</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ưu</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tốc</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độ</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xử</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lý</a:t>
            </a:r>
            <a:r>
              <a:rPr lang="en-US" sz="3065" dirty="0">
                <a:solidFill>
                  <a:srgbClr val="000000"/>
                </a:solidFill>
                <a:latin typeface="Noto Sans"/>
                <a:ea typeface="Noto Sans"/>
                <a:cs typeface="Noto Sans"/>
                <a:sym typeface="Noto Sans"/>
              </a:rPr>
              <a:t>.</a:t>
            </a:r>
          </a:p>
          <a:p>
            <a:pPr marL="661851" lvl="1" indent="-330926" algn="l">
              <a:lnSpc>
                <a:spcPts val="4291"/>
              </a:lnSpc>
              <a:buFont typeface="Arial"/>
              <a:buChar char="•"/>
            </a:pPr>
            <a:r>
              <a:rPr lang="en-US" sz="3065" b="1" dirty="0" err="1">
                <a:solidFill>
                  <a:srgbClr val="000000"/>
                </a:solidFill>
                <a:latin typeface="Noto Sans"/>
                <a:ea typeface="Noto Sans"/>
                <a:cs typeface="Noto Sans"/>
                <a:sym typeface="Noto Sans"/>
              </a:rPr>
              <a:t>Bước</a:t>
            </a:r>
            <a:r>
              <a:rPr lang="en-US" sz="3065" b="1" dirty="0">
                <a:solidFill>
                  <a:srgbClr val="000000"/>
                </a:solidFill>
                <a:latin typeface="Noto Sans"/>
                <a:ea typeface="Noto Sans"/>
                <a:cs typeface="Noto Sans"/>
                <a:sym typeface="Noto Sans"/>
              </a:rPr>
              <a:t> 2 - </a:t>
            </a:r>
            <a:r>
              <a:rPr lang="en-US" sz="3065" b="1" dirty="0" err="1">
                <a:solidFill>
                  <a:srgbClr val="000000"/>
                </a:solidFill>
                <a:latin typeface="Noto Sans"/>
                <a:ea typeface="Noto Sans"/>
                <a:cs typeface="Noto Sans"/>
                <a:sym typeface="Noto Sans"/>
              </a:rPr>
              <a:t>Phân</a:t>
            </a:r>
            <a:r>
              <a:rPr lang="en-US" sz="3065" b="1" dirty="0">
                <a:solidFill>
                  <a:srgbClr val="000000"/>
                </a:solidFill>
                <a:latin typeface="Noto Sans"/>
                <a:ea typeface="Noto Sans"/>
                <a:cs typeface="Noto Sans"/>
                <a:sym typeface="Noto Sans"/>
              </a:rPr>
              <a:t> </a:t>
            </a:r>
            <a:r>
              <a:rPr lang="en-US" sz="3065" b="1" dirty="0" err="1">
                <a:solidFill>
                  <a:srgbClr val="000000"/>
                </a:solidFill>
                <a:latin typeface="Noto Sans"/>
                <a:ea typeface="Noto Sans"/>
                <a:cs typeface="Noto Sans"/>
                <a:sym typeface="Noto Sans"/>
              </a:rPr>
              <a:t>tích</a:t>
            </a:r>
            <a:r>
              <a:rPr lang="en-US" sz="3065" b="1" dirty="0">
                <a:solidFill>
                  <a:srgbClr val="000000"/>
                </a:solidFill>
                <a:latin typeface="Noto Sans"/>
                <a:ea typeface="Noto Sans"/>
                <a:cs typeface="Noto Sans"/>
                <a:sym typeface="Noto Sans"/>
              </a:rPr>
              <a:t> &amp; </a:t>
            </a:r>
            <a:r>
              <a:rPr lang="en-US" sz="3065" b="1" dirty="0" err="1">
                <a:solidFill>
                  <a:srgbClr val="000000"/>
                </a:solidFill>
                <a:latin typeface="Noto Sans"/>
                <a:ea typeface="Noto Sans"/>
                <a:cs typeface="Noto Sans"/>
                <a:sym typeface="Noto Sans"/>
              </a:rPr>
              <a:t>Phân</a:t>
            </a:r>
            <a:r>
              <a:rPr lang="en-US" sz="3065" b="1" dirty="0">
                <a:solidFill>
                  <a:srgbClr val="000000"/>
                </a:solidFill>
                <a:latin typeface="Noto Sans"/>
                <a:ea typeface="Noto Sans"/>
                <a:cs typeface="Noto Sans"/>
                <a:sym typeface="Noto Sans"/>
              </a:rPr>
              <a:t> </a:t>
            </a:r>
            <a:r>
              <a:rPr lang="en-US" sz="3065" b="1" dirty="0" err="1">
                <a:solidFill>
                  <a:srgbClr val="000000"/>
                </a:solidFill>
                <a:latin typeface="Noto Sans"/>
                <a:ea typeface="Noto Sans"/>
                <a:cs typeface="Noto Sans"/>
                <a:sym typeface="Noto Sans"/>
              </a:rPr>
              <a:t>loại</a:t>
            </a:r>
            <a:r>
              <a:rPr lang="en-US" sz="3065" b="1" dirty="0">
                <a:solidFill>
                  <a:srgbClr val="000000"/>
                </a:solidFill>
                <a:latin typeface="Noto Sans"/>
                <a:ea typeface="Noto Sans"/>
                <a:cs typeface="Noto Sans"/>
                <a:sym typeface="Noto Sans"/>
              </a:rPr>
              <a:t>:</a:t>
            </a:r>
          </a:p>
          <a:p>
            <a:pPr marL="1323703" lvl="2" indent="-441234" algn="l">
              <a:lnSpc>
                <a:spcPts val="4291"/>
              </a:lnSpc>
              <a:buFont typeface="Arial"/>
              <a:buChar char="⚬"/>
            </a:pPr>
            <a:r>
              <a:rPr lang="en-US" sz="3065" dirty="0" err="1">
                <a:solidFill>
                  <a:srgbClr val="000000"/>
                </a:solidFill>
                <a:latin typeface="Noto Sans"/>
                <a:ea typeface="Noto Sans"/>
                <a:cs typeface="Noto Sans"/>
                <a:sym typeface="Noto Sans"/>
              </a:rPr>
              <a:t>Quét</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tuần</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tự</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từng</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linh</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kiện</a:t>
            </a:r>
            <a:r>
              <a:rPr lang="en-US" sz="3065" dirty="0">
                <a:solidFill>
                  <a:srgbClr val="000000"/>
                </a:solidFill>
                <a:latin typeface="Noto Sans"/>
                <a:ea typeface="Noto Sans"/>
                <a:cs typeface="Noto Sans"/>
                <a:sym typeface="Noto Sans"/>
              </a:rPr>
              <a:t>.</a:t>
            </a:r>
          </a:p>
          <a:p>
            <a:pPr marL="1323703" lvl="2" indent="-441234" algn="l">
              <a:lnSpc>
                <a:spcPts val="4291"/>
              </a:lnSpc>
              <a:buFont typeface="Arial"/>
              <a:buChar char="⚬"/>
            </a:pPr>
            <a:r>
              <a:rPr lang="en-US" sz="3065" dirty="0" err="1">
                <a:solidFill>
                  <a:srgbClr val="000000"/>
                </a:solidFill>
                <a:latin typeface="Noto Sans"/>
                <a:ea typeface="Noto Sans"/>
                <a:cs typeface="Noto Sans"/>
                <a:sym typeface="Noto Sans"/>
              </a:rPr>
              <a:t>Tính</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toán</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đặc</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trưng</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Tỉ</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lệ</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màu</a:t>
            </a:r>
            <a:r>
              <a:rPr lang="en-US" sz="3065" dirty="0">
                <a:solidFill>
                  <a:srgbClr val="000000"/>
                </a:solidFill>
                <a:latin typeface="Noto Sans"/>
                <a:ea typeface="Noto Sans"/>
                <a:cs typeface="Noto Sans"/>
                <a:sym typeface="Noto Sans"/>
              </a:rPr>
              <a:t>, thang </a:t>
            </a:r>
            <a:r>
              <a:rPr lang="en-US" sz="3065" dirty="0" err="1">
                <a:solidFill>
                  <a:srgbClr val="000000"/>
                </a:solidFill>
                <a:latin typeface="Noto Sans"/>
                <a:ea typeface="Noto Sans"/>
                <a:cs typeface="Noto Sans"/>
                <a:sym typeface="Noto Sans"/>
              </a:rPr>
              <a:t>xám</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độ</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sắc</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nét</a:t>
            </a:r>
            <a:r>
              <a:rPr lang="en-US" sz="3065" dirty="0">
                <a:solidFill>
                  <a:srgbClr val="000000"/>
                </a:solidFill>
                <a:latin typeface="Noto Sans"/>
                <a:ea typeface="Noto Sans"/>
                <a:cs typeface="Noto Sans"/>
                <a:sym typeface="Noto Sans"/>
              </a:rPr>
              <a:t> (</a:t>
            </a:r>
            <a:r>
              <a:rPr lang="en-US" sz="3065" b="1" dirty="0">
                <a:solidFill>
                  <a:srgbClr val="000000"/>
                </a:solidFill>
                <a:latin typeface="Noto Sans"/>
                <a:ea typeface="Noto Sans"/>
                <a:cs typeface="Noto Sans"/>
                <a:sym typeface="Noto Sans"/>
              </a:rPr>
              <a:t>Laplacian</a:t>
            </a:r>
            <a:r>
              <a:rPr lang="en-US" sz="3065" dirty="0">
                <a:solidFill>
                  <a:srgbClr val="000000"/>
                </a:solidFill>
                <a:latin typeface="Noto Sans"/>
                <a:ea typeface="Noto Sans"/>
                <a:cs typeface="Noto Sans"/>
                <a:sym typeface="Noto Sans"/>
              </a:rPr>
              <a:t>).</a:t>
            </a:r>
          </a:p>
          <a:p>
            <a:pPr marL="1323703" lvl="2" indent="-441234" algn="l">
              <a:lnSpc>
                <a:spcPts val="4291"/>
              </a:lnSpc>
              <a:buFont typeface="Arial"/>
              <a:buChar char="⚬"/>
            </a:pPr>
            <a:r>
              <a:rPr lang="en-US" sz="3065" dirty="0" err="1">
                <a:solidFill>
                  <a:srgbClr val="000000"/>
                </a:solidFill>
                <a:latin typeface="Noto Sans"/>
                <a:ea typeface="Noto Sans"/>
                <a:cs typeface="Noto Sans"/>
                <a:sym typeface="Noto Sans"/>
              </a:rPr>
              <a:t>Đối</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chiếu</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ngưỡng</a:t>
            </a:r>
            <a:r>
              <a:rPr lang="en-US" sz="3065" dirty="0">
                <a:solidFill>
                  <a:srgbClr val="000000"/>
                </a:solidFill>
                <a:latin typeface="Noto Sans"/>
                <a:ea typeface="Noto Sans"/>
                <a:cs typeface="Noto Sans"/>
                <a:sym typeface="Noto Sans"/>
              </a:rPr>
              <a:t>. Ra </a:t>
            </a:r>
            <a:r>
              <a:rPr lang="en-US" sz="3065" dirty="0" err="1">
                <a:solidFill>
                  <a:srgbClr val="000000"/>
                </a:solidFill>
                <a:latin typeface="Noto Sans"/>
                <a:ea typeface="Noto Sans"/>
                <a:cs typeface="Noto Sans"/>
                <a:sym typeface="Noto Sans"/>
              </a:rPr>
              <a:t>phán</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quyết</a:t>
            </a:r>
            <a:r>
              <a:rPr lang="en-US" sz="3065" dirty="0">
                <a:solidFill>
                  <a:srgbClr val="000000"/>
                </a:solidFill>
                <a:latin typeface="Noto Sans"/>
                <a:ea typeface="Noto Sans"/>
                <a:cs typeface="Noto Sans"/>
                <a:sym typeface="Noto Sans"/>
              </a:rPr>
              <a:t> </a:t>
            </a:r>
            <a:r>
              <a:rPr lang="en-US" sz="3065" b="1" dirty="0">
                <a:solidFill>
                  <a:srgbClr val="000000"/>
                </a:solidFill>
                <a:latin typeface="Noto Sans"/>
                <a:ea typeface="Noto Sans"/>
                <a:cs typeface="Noto Sans"/>
                <a:sym typeface="Noto Sans"/>
              </a:rPr>
              <a:t>OK/NG</a:t>
            </a:r>
            <a:r>
              <a:rPr lang="en-US" sz="3065" dirty="0">
                <a:solidFill>
                  <a:srgbClr val="000000"/>
                </a:solidFill>
                <a:latin typeface="Noto Sans"/>
                <a:ea typeface="Noto Sans"/>
                <a:cs typeface="Noto Sans"/>
                <a:sym typeface="Noto Sans"/>
              </a:rPr>
              <a:t> &amp; </a:t>
            </a:r>
            <a:r>
              <a:rPr lang="en-US" sz="3065" dirty="0" err="1">
                <a:solidFill>
                  <a:srgbClr val="000000"/>
                </a:solidFill>
                <a:latin typeface="Noto Sans"/>
                <a:ea typeface="Noto Sans"/>
                <a:cs typeface="Noto Sans"/>
                <a:sym typeface="Noto Sans"/>
              </a:rPr>
              <a:t>vẽ</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khung</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bao</a:t>
            </a:r>
            <a:r>
              <a:rPr lang="en-US" sz="3065" dirty="0">
                <a:solidFill>
                  <a:srgbClr val="000000"/>
                </a:solidFill>
                <a:latin typeface="Noto Sans"/>
                <a:ea typeface="Noto Sans"/>
                <a:cs typeface="Noto Sans"/>
                <a:sym typeface="Noto Sans"/>
              </a:rPr>
              <a:t> (</a:t>
            </a:r>
            <a:r>
              <a:rPr lang="en-US" sz="3065" b="1" dirty="0">
                <a:solidFill>
                  <a:srgbClr val="000000"/>
                </a:solidFill>
                <a:latin typeface="Noto Sans"/>
                <a:ea typeface="Noto Sans"/>
                <a:cs typeface="Noto Sans"/>
                <a:sym typeface="Noto Sans"/>
              </a:rPr>
              <a:t>bounding box</a:t>
            </a:r>
            <a:r>
              <a:rPr lang="en-US" sz="3065" dirty="0">
                <a:solidFill>
                  <a:srgbClr val="000000"/>
                </a:solidFill>
                <a:latin typeface="Noto Sans"/>
                <a:ea typeface="Noto Sans"/>
                <a:cs typeface="Noto Sans"/>
                <a:sym typeface="Noto Sans"/>
              </a:rPr>
              <a:t>).</a:t>
            </a:r>
          </a:p>
          <a:p>
            <a:pPr marL="661851" lvl="1" indent="-330926" algn="l">
              <a:lnSpc>
                <a:spcPts val="4291"/>
              </a:lnSpc>
              <a:buFont typeface="Arial"/>
              <a:buChar char="•"/>
            </a:pPr>
            <a:r>
              <a:rPr lang="en-US" sz="3065" b="1" dirty="0" err="1">
                <a:solidFill>
                  <a:srgbClr val="000000"/>
                </a:solidFill>
                <a:latin typeface="Noto Sans"/>
                <a:ea typeface="Noto Sans"/>
                <a:cs typeface="Noto Sans"/>
                <a:sym typeface="Noto Sans"/>
              </a:rPr>
              <a:t>Bước</a:t>
            </a:r>
            <a:r>
              <a:rPr lang="en-US" sz="3065" b="1" dirty="0">
                <a:solidFill>
                  <a:srgbClr val="000000"/>
                </a:solidFill>
                <a:latin typeface="Noto Sans"/>
                <a:ea typeface="Noto Sans"/>
                <a:cs typeface="Noto Sans"/>
                <a:sym typeface="Noto Sans"/>
              </a:rPr>
              <a:t> 3 - </a:t>
            </a:r>
            <a:r>
              <a:rPr lang="en-US" sz="3065" b="1" dirty="0" err="1">
                <a:solidFill>
                  <a:srgbClr val="000000"/>
                </a:solidFill>
                <a:latin typeface="Noto Sans"/>
                <a:ea typeface="Noto Sans"/>
                <a:cs typeface="Noto Sans"/>
                <a:sym typeface="Noto Sans"/>
              </a:rPr>
              <a:t>Tổng</a:t>
            </a:r>
            <a:r>
              <a:rPr lang="en-US" sz="3065" b="1" dirty="0">
                <a:solidFill>
                  <a:srgbClr val="000000"/>
                </a:solidFill>
                <a:latin typeface="Noto Sans"/>
                <a:ea typeface="Noto Sans"/>
                <a:cs typeface="Noto Sans"/>
                <a:sym typeface="Noto Sans"/>
              </a:rPr>
              <a:t> </a:t>
            </a:r>
            <a:r>
              <a:rPr lang="en-US" sz="3065" b="1" dirty="0" err="1">
                <a:solidFill>
                  <a:srgbClr val="000000"/>
                </a:solidFill>
                <a:latin typeface="Noto Sans"/>
                <a:ea typeface="Noto Sans"/>
                <a:cs typeface="Noto Sans"/>
                <a:sym typeface="Noto Sans"/>
              </a:rPr>
              <a:t>hợp</a:t>
            </a:r>
            <a:r>
              <a:rPr lang="en-US" sz="3065" b="1"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Đánh</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giá</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tổng</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thể</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bo</a:t>
            </a:r>
            <a:r>
              <a:rPr lang="en-US" sz="3065" dirty="0">
                <a:solidFill>
                  <a:srgbClr val="000000"/>
                </a:solidFill>
                <a:latin typeface="Noto Sans"/>
                <a:ea typeface="Noto Sans"/>
                <a:cs typeface="Noto Sans"/>
                <a:sym typeface="Noto Sans"/>
              </a:rPr>
              <a:t> </a:t>
            </a:r>
            <a:r>
              <a:rPr lang="en-US" sz="3065" dirty="0" err="1" smtClean="0">
                <a:solidFill>
                  <a:srgbClr val="000000"/>
                </a:solidFill>
                <a:latin typeface="Noto Sans"/>
                <a:ea typeface="Noto Sans"/>
                <a:cs typeface="Noto Sans"/>
                <a:sym typeface="Noto Sans"/>
              </a:rPr>
              <a:t>mạch</a:t>
            </a:r>
            <a:r>
              <a:rPr lang="en-US" sz="3065" dirty="0" smtClean="0">
                <a:solidFill>
                  <a:srgbClr val="000000"/>
                </a:solidFill>
                <a:latin typeface="Noto Sans"/>
                <a:ea typeface="Noto Sans"/>
                <a:cs typeface="Noto Sans"/>
                <a:sym typeface="Noto Sans"/>
              </a:rPr>
              <a:t>. </a:t>
            </a:r>
            <a:r>
              <a:rPr lang="en-US" sz="3065" dirty="0" err="1" smtClean="0">
                <a:solidFill>
                  <a:srgbClr val="000000"/>
                </a:solidFill>
                <a:latin typeface="Noto Sans"/>
                <a:ea typeface="Noto Sans"/>
                <a:cs typeface="Noto Sans"/>
                <a:sym typeface="Noto Sans"/>
              </a:rPr>
              <a:t>Thống</a:t>
            </a:r>
            <a:r>
              <a:rPr lang="en-US" sz="3065" dirty="0" smtClean="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kê</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tọa</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độ</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lỗi</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và</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tự</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động</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xuất</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báo</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cáo</a:t>
            </a:r>
            <a:r>
              <a:rPr lang="en-US" sz="3065" dirty="0">
                <a:solidFill>
                  <a:srgbClr val="000000"/>
                </a:solidFill>
                <a:latin typeface="Noto Sans"/>
                <a:ea typeface="Noto Sans"/>
                <a:cs typeface="Noto Sans"/>
                <a:sym typeface="Noto Sans"/>
              </a:rPr>
              <a:t> CSV &amp; </a:t>
            </a:r>
            <a:r>
              <a:rPr lang="en-US" sz="3065" dirty="0" err="1">
                <a:solidFill>
                  <a:srgbClr val="000000"/>
                </a:solidFill>
                <a:latin typeface="Noto Sans"/>
                <a:ea typeface="Noto Sans"/>
                <a:cs typeface="Noto Sans"/>
                <a:sym typeface="Noto Sans"/>
              </a:rPr>
              <a:t>ảnh</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nghiệm</a:t>
            </a:r>
            <a:r>
              <a:rPr lang="en-US" sz="3065" dirty="0">
                <a:solidFill>
                  <a:srgbClr val="000000"/>
                </a:solidFill>
                <a:latin typeface="Noto Sans"/>
                <a:ea typeface="Noto Sans"/>
                <a:cs typeface="Noto Sans"/>
                <a:sym typeface="Noto Sans"/>
              </a:rPr>
              <a:t> </a:t>
            </a:r>
            <a:r>
              <a:rPr lang="en-US" sz="3065" dirty="0" err="1">
                <a:solidFill>
                  <a:srgbClr val="000000"/>
                </a:solidFill>
                <a:latin typeface="Noto Sans"/>
                <a:ea typeface="Noto Sans"/>
                <a:cs typeface="Noto Sans"/>
                <a:sym typeface="Noto Sans"/>
              </a:rPr>
              <a:t>thu</a:t>
            </a:r>
            <a:r>
              <a:rPr lang="en-US" sz="3065" dirty="0">
                <a:solidFill>
                  <a:srgbClr val="000000"/>
                </a:solidFill>
                <a:latin typeface="Noto Sans"/>
                <a:ea typeface="Noto Sans"/>
                <a:cs typeface="Noto Sans"/>
                <a:sym typeface="Noto Sans"/>
              </a:rPr>
              <a:t>.</a:t>
            </a:r>
          </a:p>
          <a:p>
            <a:pPr marL="661851" lvl="1" indent="-330926" algn="l">
              <a:lnSpc>
                <a:spcPts val="4291"/>
              </a:lnSpc>
              <a:buFont typeface="Arial"/>
              <a:buChar char="•"/>
            </a:pPr>
            <a:endParaRPr lang="en-US" sz="3065" dirty="0">
              <a:solidFill>
                <a:srgbClr val="000000"/>
              </a:solidFill>
              <a:latin typeface="Noto Sans"/>
              <a:ea typeface="Noto Sans"/>
              <a:cs typeface="Noto Sans"/>
              <a:sym typeface="Noto Sans"/>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119354" y="431800"/>
            <a:ext cx="4306201" cy="4108575"/>
          </a:xfrm>
          <a:custGeom>
            <a:avLst/>
            <a:gdLst/>
            <a:ahLst/>
            <a:cxnLst/>
            <a:rect l="l" t="t" r="r" b="b"/>
            <a:pathLst>
              <a:path w="4306201" h="4108575">
                <a:moveTo>
                  <a:pt x="0" y="0"/>
                </a:moveTo>
                <a:lnTo>
                  <a:pt x="4306201" y="0"/>
                </a:lnTo>
                <a:lnTo>
                  <a:pt x="4306201" y="4108575"/>
                </a:lnTo>
                <a:lnTo>
                  <a:pt x="0" y="4108575"/>
                </a:lnTo>
                <a:lnTo>
                  <a:pt x="0" y="0"/>
                </a:lnTo>
                <a:close/>
              </a:path>
            </a:pathLst>
          </a:custGeom>
          <a:blipFill>
            <a:blip r:embed="rId3"/>
            <a:stretch>
              <a:fillRect t="-2019" b="-2019"/>
            </a:stretch>
          </a:blipFill>
        </p:spPr>
      </p:sp>
      <p:sp>
        <p:nvSpPr>
          <p:cNvPr id="3" name="Freeform 3"/>
          <p:cNvSpPr/>
          <p:nvPr/>
        </p:nvSpPr>
        <p:spPr>
          <a:xfrm>
            <a:off x="228600" y="2517260"/>
            <a:ext cx="12376075" cy="5304032"/>
          </a:xfrm>
          <a:custGeom>
            <a:avLst/>
            <a:gdLst/>
            <a:ahLst/>
            <a:cxnLst/>
            <a:rect l="l" t="t" r="r" b="b"/>
            <a:pathLst>
              <a:path w="12376075" h="5304032">
                <a:moveTo>
                  <a:pt x="0" y="0"/>
                </a:moveTo>
                <a:lnTo>
                  <a:pt x="12376075" y="0"/>
                </a:lnTo>
                <a:lnTo>
                  <a:pt x="12376075" y="5304032"/>
                </a:lnTo>
                <a:lnTo>
                  <a:pt x="0" y="5304032"/>
                </a:lnTo>
                <a:lnTo>
                  <a:pt x="0" y="0"/>
                </a:lnTo>
                <a:close/>
              </a:path>
            </a:pathLst>
          </a:custGeom>
          <a:blipFill>
            <a:blip r:embed="rId4"/>
            <a:stretch>
              <a:fillRect/>
            </a:stretch>
          </a:blipFill>
        </p:spPr>
      </p:sp>
      <p:sp>
        <p:nvSpPr>
          <p:cNvPr id="4" name="Freeform 4"/>
          <p:cNvSpPr/>
          <p:nvPr/>
        </p:nvSpPr>
        <p:spPr>
          <a:xfrm>
            <a:off x="13105499" y="4722424"/>
            <a:ext cx="4306201" cy="4306201"/>
          </a:xfrm>
          <a:custGeom>
            <a:avLst/>
            <a:gdLst/>
            <a:ahLst/>
            <a:cxnLst/>
            <a:rect l="l" t="t" r="r" b="b"/>
            <a:pathLst>
              <a:path w="4306201" h="4306201">
                <a:moveTo>
                  <a:pt x="0" y="0"/>
                </a:moveTo>
                <a:lnTo>
                  <a:pt x="4306201" y="0"/>
                </a:lnTo>
                <a:lnTo>
                  <a:pt x="4306201" y="4306201"/>
                </a:lnTo>
                <a:lnTo>
                  <a:pt x="0" y="4306201"/>
                </a:lnTo>
                <a:lnTo>
                  <a:pt x="0" y="0"/>
                </a:lnTo>
                <a:close/>
              </a:path>
            </a:pathLst>
          </a:custGeom>
          <a:blipFill>
            <a:blip r:embed="rId5"/>
            <a:stretch>
              <a:fillRect/>
            </a:stretch>
          </a:blipFill>
        </p:spPr>
      </p:sp>
      <p:sp>
        <p:nvSpPr>
          <p:cNvPr id="5" name="TextBox 5"/>
          <p:cNvSpPr txBox="1"/>
          <p:nvPr/>
        </p:nvSpPr>
        <p:spPr>
          <a:xfrm>
            <a:off x="1028700" y="431800"/>
            <a:ext cx="16099405" cy="866775"/>
          </a:xfrm>
          <a:prstGeom prst="rect">
            <a:avLst/>
          </a:prstGeom>
        </p:spPr>
        <p:txBody>
          <a:bodyPr lIns="0" tIns="0" rIns="0" bIns="0" rtlCol="0" anchor="t">
            <a:spAutoFit/>
          </a:bodyPr>
          <a:lstStyle/>
          <a:p>
            <a:pPr marL="0" lvl="0" indent="0" algn="l">
              <a:lnSpc>
                <a:spcPts val="6600"/>
              </a:lnSpc>
            </a:pPr>
            <a:r>
              <a:rPr lang="en-US" sz="6000" b="1" spc="-120">
                <a:solidFill>
                  <a:srgbClr val="4A44BD"/>
                </a:solidFill>
                <a:latin typeface="Be Vietnam Ultra-Bold"/>
                <a:ea typeface="Be Vietnam Ultra-Bold"/>
                <a:cs typeface="Be Vietnam Ultra-Bold"/>
                <a:sym typeface="Be Vietnam Ultra-Bold"/>
              </a:rPr>
              <a:t>KẾT QUẢ</a:t>
            </a:r>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4A44BD"/>
                </a:solidFill>
                <a:latin typeface="Noto Sans"/>
                <a:ea typeface="Noto Sans"/>
                <a:cs typeface="Noto Sans"/>
                <a:sym typeface="Noto Sans"/>
              </a:rPr>
              <a:t>12</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13</a:t>
            </a:r>
          </a:p>
        </p:txBody>
      </p:sp>
      <p:sp>
        <p:nvSpPr>
          <p:cNvPr id="3" name="TextBox 3"/>
          <p:cNvSpPr txBox="1"/>
          <p:nvPr/>
        </p:nvSpPr>
        <p:spPr>
          <a:xfrm>
            <a:off x="1028700" y="431800"/>
            <a:ext cx="16099405" cy="866775"/>
          </a:xfrm>
          <a:prstGeom prst="rect">
            <a:avLst/>
          </a:prstGeom>
        </p:spPr>
        <p:txBody>
          <a:bodyPr lIns="0" tIns="0" rIns="0" bIns="0" rtlCol="0" anchor="t">
            <a:spAutoFit/>
          </a:bodyPr>
          <a:lstStyle/>
          <a:p>
            <a:pPr marL="0" lvl="0" indent="0" algn="l">
              <a:lnSpc>
                <a:spcPts val="6600"/>
              </a:lnSpc>
            </a:pPr>
            <a:r>
              <a:rPr lang="en-US" sz="6000" b="1" spc="-120">
                <a:solidFill>
                  <a:srgbClr val="4A44BD"/>
                </a:solidFill>
                <a:latin typeface="Be Vietnam Ultra-Bold"/>
                <a:ea typeface="Be Vietnam Ultra-Bold"/>
                <a:cs typeface="Be Vietnam Ultra-Bold"/>
                <a:sym typeface="Be Vietnam Ultra-Bold"/>
              </a:rPr>
              <a:t>KẾT LUẬN</a:t>
            </a:r>
          </a:p>
        </p:txBody>
      </p:sp>
      <p:sp>
        <p:nvSpPr>
          <p:cNvPr id="4" name="TextBox 4"/>
          <p:cNvSpPr txBox="1"/>
          <p:nvPr/>
        </p:nvSpPr>
        <p:spPr>
          <a:xfrm>
            <a:off x="150047" y="1790700"/>
            <a:ext cx="8489029" cy="6771084"/>
          </a:xfrm>
          <a:prstGeom prst="rect">
            <a:avLst/>
          </a:prstGeom>
        </p:spPr>
        <p:txBody>
          <a:bodyPr lIns="0" tIns="0" rIns="0" bIns="0" rtlCol="0" anchor="t">
            <a:spAutoFit/>
          </a:bodyPr>
          <a:lstStyle/>
          <a:p>
            <a:pPr marL="734059" lvl="1" indent="-367030" algn="l">
              <a:lnSpc>
                <a:spcPts val="4759"/>
              </a:lnSpc>
              <a:buAutoNum type="arabicPeriod"/>
            </a:pPr>
            <a:r>
              <a:rPr lang="en-US" sz="3399" b="1" dirty="0" err="1">
                <a:solidFill>
                  <a:srgbClr val="000000"/>
                </a:solidFill>
                <a:latin typeface="Noto Sans Bold"/>
                <a:ea typeface="Noto Sans Bold"/>
                <a:cs typeface="Noto Sans Bold"/>
                <a:sym typeface="Noto Sans Bold"/>
              </a:rPr>
              <a:t>Kết</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quả</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đạt</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được</a:t>
            </a:r>
            <a:r>
              <a:rPr lang="en-US" sz="3399" b="1" dirty="0">
                <a:solidFill>
                  <a:srgbClr val="000000"/>
                </a:solidFill>
                <a:latin typeface="Noto Sans Bold"/>
                <a:ea typeface="Noto Sans Bold"/>
                <a:cs typeface="Noto Sans Bold"/>
                <a:sym typeface="Noto Sans Bold"/>
              </a:rPr>
              <a:t>.</a:t>
            </a:r>
          </a:p>
          <a:p>
            <a:pPr marL="734059" lvl="1" indent="-367030" algn="l">
              <a:lnSpc>
                <a:spcPts val="4759"/>
              </a:lnSpc>
              <a:buFont typeface="Arial"/>
              <a:buChar char="•"/>
            </a:pPr>
            <a:r>
              <a:rPr lang="en-US" sz="3399" dirty="0" err="1" smtClean="0">
                <a:solidFill>
                  <a:srgbClr val="000000"/>
                </a:solidFill>
                <a:latin typeface="Noto Sans"/>
                <a:ea typeface="Noto Sans"/>
                <a:cs typeface="Noto Sans"/>
                <a:sym typeface="Noto Sans"/>
              </a:rPr>
              <a:t>Đáp</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ứng</a:t>
            </a:r>
            <a:r>
              <a:rPr lang="en-US" sz="3399" dirty="0" smtClean="0">
                <a:solidFill>
                  <a:srgbClr val="000000"/>
                </a:solidFill>
                <a:latin typeface="Noto Sans"/>
                <a:ea typeface="Noto Sans"/>
                <a:cs typeface="Noto Sans"/>
                <a:sym typeface="Noto Sans"/>
              </a:rPr>
              <a:t> ở </a:t>
            </a:r>
            <a:r>
              <a:rPr lang="en-US" sz="3399" dirty="0" err="1" smtClean="0">
                <a:solidFill>
                  <a:srgbClr val="000000"/>
                </a:solidFill>
                <a:latin typeface="Noto Sans"/>
                <a:ea typeface="Noto Sans"/>
                <a:cs typeface="Noto Sans"/>
                <a:sym typeface="Noto Sans"/>
              </a:rPr>
              <a:t>thời</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gian</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thật</a:t>
            </a:r>
            <a:r>
              <a:rPr lang="en-US" sz="3399" dirty="0" smtClean="0">
                <a:solidFill>
                  <a:srgbClr val="000000"/>
                </a:solidFill>
                <a:latin typeface="Noto Sans"/>
                <a:ea typeface="Noto Sans"/>
                <a:cs typeface="Noto Sans"/>
                <a:sym typeface="Noto Sans"/>
              </a:rPr>
              <a:t>.</a:t>
            </a:r>
          </a:p>
          <a:p>
            <a:pPr marL="734059" lvl="1" indent="-367030" algn="l">
              <a:lnSpc>
                <a:spcPts val="4759"/>
              </a:lnSpc>
              <a:buFont typeface="Arial"/>
              <a:buChar char="•"/>
            </a:pPr>
            <a:r>
              <a:rPr lang="en-US" sz="3399" dirty="0" err="1" smtClean="0">
                <a:solidFill>
                  <a:srgbClr val="000000"/>
                </a:solidFill>
                <a:latin typeface="Noto Sans"/>
                <a:ea typeface="Noto Sans"/>
                <a:cs typeface="Noto Sans"/>
                <a:sym typeface="Noto Sans"/>
              </a:rPr>
              <a:t>Hoàn</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thiện</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mô</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hình</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buồn</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tối</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tiêu</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chuẩn</a:t>
            </a:r>
            <a:r>
              <a:rPr lang="en-US" sz="3399" dirty="0" smtClean="0">
                <a:solidFill>
                  <a:srgbClr val="000000"/>
                </a:solidFill>
                <a:latin typeface="Noto Sans"/>
                <a:ea typeface="Noto Sans"/>
                <a:cs typeface="Noto Sans"/>
                <a:sym typeface="Noto Sans"/>
              </a:rPr>
              <a:t>.</a:t>
            </a:r>
          </a:p>
          <a:p>
            <a:pPr marL="734059" lvl="1" indent="-367030" algn="l">
              <a:lnSpc>
                <a:spcPts val="4759"/>
              </a:lnSpc>
              <a:buFont typeface="Arial"/>
              <a:buChar char="•"/>
            </a:pPr>
            <a:r>
              <a:rPr lang="en-US" sz="3399" dirty="0" err="1" smtClean="0">
                <a:solidFill>
                  <a:srgbClr val="000000"/>
                </a:solidFill>
                <a:latin typeface="Noto Sans"/>
                <a:ea typeface="Noto Sans"/>
                <a:cs typeface="Noto Sans"/>
                <a:sym typeface="Noto Sans"/>
              </a:rPr>
              <a:t>Chủ</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động</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kiểm</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soát</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điều</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kiện</a:t>
            </a:r>
            <a:r>
              <a:rPr lang="en-US" sz="3399" dirty="0" smtClean="0">
                <a:solidFill>
                  <a:srgbClr val="000000"/>
                </a:solidFill>
                <a:latin typeface="Noto Sans"/>
                <a:ea typeface="Noto Sans"/>
                <a:cs typeface="Noto Sans"/>
                <a:sym typeface="Noto Sans"/>
              </a:rPr>
              <a:t> sang.</a:t>
            </a:r>
          </a:p>
          <a:p>
            <a:pPr marL="734059" lvl="1" indent="-367030" algn="l">
              <a:lnSpc>
                <a:spcPts val="4759"/>
              </a:lnSpc>
              <a:buFont typeface="Arial"/>
              <a:buChar char="•"/>
            </a:pPr>
            <a:endParaRPr lang="en-US" sz="3399" dirty="0">
              <a:solidFill>
                <a:srgbClr val="000000"/>
              </a:solidFill>
              <a:latin typeface="Noto Sans"/>
              <a:ea typeface="Noto Sans"/>
              <a:cs typeface="Noto Sans"/>
              <a:sym typeface="Noto Sans"/>
            </a:endParaRPr>
          </a:p>
          <a:p>
            <a:pPr marL="367029" lvl="1" algn="l">
              <a:lnSpc>
                <a:spcPts val="4759"/>
              </a:lnSpc>
            </a:pPr>
            <a:endParaRPr lang="en-US" sz="3399" dirty="0">
              <a:solidFill>
                <a:srgbClr val="000000"/>
              </a:solidFill>
              <a:latin typeface="Noto Sans"/>
              <a:ea typeface="Noto Sans"/>
              <a:cs typeface="Noto Sans Bold"/>
              <a:sym typeface="Noto Sans"/>
            </a:endParaRPr>
          </a:p>
          <a:p>
            <a:pPr marL="367029" lvl="1" algn="l">
              <a:lnSpc>
                <a:spcPts val="4759"/>
              </a:lnSpc>
            </a:pPr>
            <a:r>
              <a:rPr lang="en-US" sz="3399" b="1" dirty="0" smtClean="0">
                <a:solidFill>
                  <a:srgbClr val="000000"/>
                </a:solidFill>
                <a:latin typeface="Noto Sans"/>
                <a:ea typeface="Noto Sans"/>
                <a:cs typeface="Noto Sans Bold"/>
                <a:sym typeface="Noto Sans"/>
              </a:rPr>
              <a:t>2. </a:t>
            </a:r>
            <a:r>
              <a:rPr lang="en-US" sz="3399" b="1" dirty="0" err="1" smtClean="0">
                <a:solidFill>
                  <a:srgbClr val="000000"/>
                </a:solidFill>
                <a:latin typeface="Noto Sans Bold"/>
                <a:ea typeface="Noto Sans Bold"/>
                <a:cs typeface="Noto Sans Bold"/>
                <a:sym typeface="Noto Sans Bold"/>
              </a:rPr>
              <a:t>Phạm</a:t>
            </a:r>
            <a:r>
              <a:rPr lang="en-US" sz="3399" b="1" dirty="0" smtClean="0">
                <a:solidFill>
                  <a:srgbClr val="000000"/>
                </a:solidFill>
                <a:latin typeface="Noto Sans Bold"/>
                <a:ea typeface="Noto Sans Bold"/>
                <a:cs typeface="Noto Sans Bold"/>
                <a:sym typeface="Noto Sans Bold"/>
              </a:rPr>
              <a:t> </a:t>
            </a:r>
            <a:r>
              <a:rPr lang="en-US" sz="3399" b="1" dirty="0">
                <a:solidFill>
                  <a:srgbClr val="000000"/>
                </a:solidFill>
                <a:latin typeface="Noto Sans Bold"/>
                <a:ea typeface="Noto Sans Bold"/>
                <a:cs typeface="Noto Sans Bold"/>
                <a:sym typeface="Noto Sans Bold"/>
              </a:rPr>
              <a:t>vi </a:t>
            </a:r>
            <a:r>
              <a:rPr lang="en-US" sz="3399" b="1" dirty="0" err="1">
                <a:solidFill>
                  <a:srgbClr val="000000"/>
                </a:solidFill>
                <a:latin typeface="Noto Sans Bold"/>
                <a:ea typeface="Noto Sans Bold"/>
                <a:cs typeface="Noto Sans Bold"/>
                <a:sym typeface="Noto Sans Bold"/>
              </a:rPr>
              <a:t>ứng</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dụng</a:t>
            </a:r>
            <a:r>
              <a:rPr lang="en-US" sz="3399" b="1" dirty="0">
                <a:solidFill>
                  <a:srgbClr val="000000"/>
                </a:solidFill>
                <a:latin typeface="Noto Sans Bold"/>
                <a:ea typeface="Noto Sans Bold"/>
                <a:cs typeface="Noto Sans Bold"/>
                <a:sym typeface="Noto Sans Bold"/>
              </a:rPr>
              <a:t>.</a:t>
            </a:r>
          </a:p>
          <a:p>
            <a:pPr marL="734059" lvl="1" indent="-367030" algn="l">
              <a:lnSpc>
                <a:spcPts val="4759"/>
              </a:lnSpc>
              <a:buFont typeface="Arial"/>
              <a:buChar char="•"/>
            </a:pPr>
            <a:r>
              <a:rPr lang="en-US" sz="3399" dirty="0" smtClean="0">
                <a:solidFill>
                  <a:srgbClr val="000000"/>
                </a:solidFill>
                <a:latin typeface="Noto Sans"/>
                <a:ea typeface="Noto Sans"/>
                <a:cs typeface="Noto Sans"/>
                <a:sym typeface="Noto Sans"/>
              </a:rPr>
              <a:t>AOI </a:t>
            </a:r>
            <a:r>
              <a:rPr lang="en-US" sz="3399" dirty="0" err="1">
                <a:solidFill>
                  <a:srgbClr val="000000"/>
                </a:solidFill>
                <a:latin typeface="Noto Sans"/>
                <a:ea typeface="Noto Sans"/>
                <a:cs typeface="Noto Sans"/>
                <a:sym typeface="Noto Sans"/>
              </a:rPr>
              <a:t>sau</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hàn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trong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dây</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chuyển</a:t>
            </a:r>
            <a:r>
              <a:rPr lang="en-US" sz="3399" dirty="0">
                <a:solidFill>
                  <a:srgbClr val="000000"/>
                </a:solidFill>
                <a:latin typeface="Noto Sans"/>
                <a:ea typeface="Noto Sans"/>
                <a:cs typeface="Noto Sans"/>
                <a:sym typeface="Noto Sans"/>
              </a:rPr>
              <a:t> SMT</a:t>
            </a:r>
          </a:p>
          <a:p>
            <a:pPr marL="734059" lvl="1" indent="-367030" algn="l">
              <a:lnSpc>
                <a:spcPts val="4759"/>
              </a:lnSpc>
              <a:buFont typeface="Arial"/>
              <a:buChar char="•"/>
            </a:pPr>
            <a:r>
              <a:rPr lang="en-US" sz="3399" dirty="0" err="1">
                <a:solidFill>
                  <a:srgbClr val="000000"/>
                </a:solidFill>
                <a:latin typeface="Noto Sans"/>
                <a:ea typeface="Noto Sans"/>
                <a:cs typeface="Noto Sans"/>
                <a:sym typeface="Noto Sans"/>
              </a:rPr>
              <a:t>P</a:t>
            </a:r>
            <a:r>
              <a:rPr lang="en-US" sz="3399" dirty="0" err="1" smtClean="0">
                <a:solidFill>
                  <a:srgbClr val="000000"/>
                </a:solidFill>
                <a:latin typeface="Noto Sans"/>
                <a:ea typeface="Noto Sans"/>
                <a:cs typeface="Noto Sans"/>
                <a:sym typeface="Noto Sans"/>
              </a:rPr>
              <a:t>hù</a:t>
            </a:r>
            <a:r>
              <a:rPr lang="en-US" sz="3399" dirty="0" smtClean="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hợp</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doanh</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nghiệp</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vừa</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và</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nhỏ</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nghiên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cứu</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học</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thuật</a:t>
            </a:r>
            <a:r>
              <a:rPr lang="en-US" sz="3399" dirty="0">
                <a:solidFill>
                  <a:srgbClr val="000000"/>
                </a:solidFill>
                <a:latin typeface="Noto Sans"/>
                <a:ea typeface="Noto Sans"/>
                <a:cs typeface="Noto Sans"/>
                <a:sym typeface="Noto Sans"/>
              </a:rPr>
              <a:t>.</a:t>
            </a:r>
          </a:p>
        </p:txBody>
      </p:sp>
      <p:sp>
        <p:nvSpPr>
          <p:cNvPr id="5" name="TextBox 5"/>
          <p:cNvSpPr txBox="1"/>
          <p:nvPr/>
        </p:nvSpPr>
        <p:spPr>
          <a:xfrm>
            <a:off x="8639076" y="1233595"/>
            <a:ext cx="8489029" cy="7386638"/>
          </a:xfrm>
          <a:prstGeom prst="rect">
            <a:avLst/>
          </a:prstGeom>
        </p:spPr>
        <p:txBody>
          <a:bodyPr lIns="0" tIns="0" rIns="0" bIns="0" rtlCol="0" anchor="t">
            <a:spAutoFit/>
          </a:bodyPr>
          <a:lstStyle/>
          <a:p>
            <a:pPr marL="367029" lvl="1" algn="l">
              <a:lnSpc>
                <a:spcPts val="4759"/>
              </a:lnSpc>
            </a:pPr>
            <a:r>
              <a:rPr lang="en-US" sz="3399" b="1" dirty="0" smtClean="0">
                <a:solidFill>
                  <a:srgbClr val="000000"/>
                </a:solidFill>
                <a:latin typeface="Noto Sans Bold"/>
                <a:ea typeface="Noto Sans Bold"/>
                <a:cs typeface="Noto Sans Bold"/>
                <a:sym typeface="Noto Sans Bold"/>
              </a:rPr>
              <a:t>3. </a:t>
            </a:r>
            <a:r>
              <a:rPr lang="en-US" sz="3399" b="1" dirty="0" err="1" smtClean="0">
                <a:solidFill>
                  <a:srgbClr val="000000"/>
                </a:solidFill>
                <a:latin typeface="Noto Sans Bold"/>
                <a:ea typeface="Noto Sans Bold"/>
                <a:cs typeface="Noto Sans Bold"/>
                <a:sym typeface="Noto Sans Bold"/>
              </a:rPr>
              <a:t>Hạn</a:t>
            </a:r>
            <a:r>
              <a:rPr lang="en-US" sz="3399" b="1" dirty="0" smtClean="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chế</a:t>
            </a:r>
            <a:endParaRPr lang="en-US" sz="3399" b="1" dirty="0">
              <a:solidFill>
                <a:srgbClr val="000000"/>
              </a:solidFill>
              <a:latin typeface="Noto Sans Bold"/>
              <a:ea typeface="Noto Sans Bold"/>
              <a:cs typeface="Noto Sans Bold"/>
              <a:sym typeface="Noto Sans Bold"/>
            </a:endParaRPr>
          </a:p>
          <a:p>
            <a:pPr marL="734059" lvl="1" indent="-367030" algn="l">
              <a:lnSpc>
                <a:spcPts val="4759"/>
              </a:lnSpc>
              <a:buFont typeface="Arial"/>
              <a:buChar char="•"/>
            </a:pPr>
            <a:r>
              <a:rPr lang="en-US" sz="3399" dirty="0" err="1">
                <a:solidFill>
                  <a:srgbClr val="000000"/>
                </a:solidFill>
                <a:latin typeface="Noto Sans"/>
                <a:ea typeface="Noto Sans"/>
                <a:cs typeface="Noto Sans"/>
                <a:sym typeface="Noto Sans"/>
              </a:rPr>
              <a:t>Giới</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hạn</a:t>
            </a:r>
            <a:r>
              <a:rPr lang="en-US" sz="3399" dirty="0">
                <a:solidFill>
                  <a:srgbClr val="000000"/>
                </a:solidFill>
                <a:latin typeface="Noto Sans"/>
                <a:ea typeface="Noto Sans"/>
                <a:cs typeface="Noto Sans"/>
                <a:sym typeface="Noto Sans"/>
              </a:rPr>
              <a:t> 2D (</a:t>
            </a:r>
            <a:r>
              <a:rPr lang="en-US" sz="3399" dirty="0" err="1">
                <a:solidFill>
                  <a:srgbClr val="000000"/>
                </a:solidFill>
                <a:latin typeface="Noto Sans"/>
                <a:ea typeface="Noto Sans"/>
                <a:cs typeface="Noto Sans"/>
                <a:sym typeface="Noto Sans"/>
              </a:rPr>
              <a:t>không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đo</a:t>
            </a:r>
            <a:r>
              <a:rPr lang="en-US" sz="3399" dirty="0">
                <a:solidFill>
                  <a:srgbClr val="000000"/>
                </a:solidFill>
                <a:latin typeface="Noto Sans"/>
                <a:ea typeface="Noto Sans"/>
                <a:cs typeface="Noto Sans"/>
                <a:sym typeface="Noto Sans"/>
              </a:rPr>
              <a:t> 3D </a:t>
            </a:r>
            <a:r>
              <a:rPr lang="en-US" sz="3399" dirty="0" err="1">
                <a:solidFill>
                  <a:srgbClr val="000000"/>
                </a:solidFill>
                <a:latin typeface="Noto Sans"/>
                <a:ea typeface="Noto Sans"/>
                <a:cs typeface="Noto Sans"/>
                <a:sym typeface="Noto Sans"/>
              </a:rPr>
              <a:t>hoặc</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mối</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hàn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khuất</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độ</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chính</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xác</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còn</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thấp</a:t>
            </a:r>
            <a:r>
              <a:rPr lang="en-US" sz="3399" dirty="0" smtClean="0">
                <a:solidFill>
                  <a:srgbClr val="000000"/>
                </a:solidFill>
                <a:latin typeface="Noto Sans"/>
                <a:ea typeface="Noto Sans"/>
                <a:cs typeface="Noto Sans"/>
                <a:sym typeface="Noto Sans"/>
              </a:rPr>
              <a:t>.</a:t>
            </a:r>
            <a:endParaRPr lang="en-US" sz="3399" dirty="0">
              <a:solidFill>
                <a:srgbClr val="000000"/>
              </a:solidFill>
              <a:latin typeface="Noto Sans"/>
              <a:ea typeface="Noto Sans"/>
              <a:cs typeface="Noto Sans"/>
              <a:sym typeface="Noto Sans"/>
            </a:endParaRPr>
          </a:p>
          <a:p>
            <a:pPr marL="734059" lvl="1" indent="-367030" algn="l">
              <a:lnSpc>
                <a:spcPts val="4759"/>
              </a:lnSpc>
              <a:buFont typeface="Arial"/>
              <a:buChar char="•"/>
            </a:pPr>
            <a:r>
              <a:rPr lang="en-US" sz="3399" dirty="0" err="1">
                <a:solidFill>
                  <a:srgbClr val="000000"/>
                </a:solidFill>
                <a:latin typeface="Noto Sans"/>
                <a:ea typeface="Noto Sans"/>
                <a:cs typeface="Noto Sans"/>
                <a:sym typeface="Noto Sans"/>
              </a:rPr>
              <a:t>P</a:t>
            </a:r>
            <a:r>
              <a:rPr lang="en-US" sz="3399" dirty="0" err="1" smtClean="0">
                <a:solidFill>
                  <a:srgbClr val="000000"/>
                </a:solidFill>
                <a:latin typeface="Noto Sans"/>
                <a:ea typeface="Noto Sans"/>
                <a:cs typeface="Noto Sans"/>
                <a:sym typeface="Noto Sans"/>
              </a:rPr>
              <a:t>hụ</a:t>
            </a:r>
            <a:r>
              <a:rPr lang="en-US" sz="3399" dirty="0" smtClean="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thuộc</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vào</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thiết</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lập</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thủ</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công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chưa</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có</a:t>
            </a:r>
            <a:r>
              <a:rPr lang="en-US" sz="3399" dirty="0">
                <a:solidFill>
                  <a:srgbClr val="000000"/>
                </a:solidFill>
                <a:latin typeface="Noto Sans"/>
                <a:ea typeface="Noto Sans"/>
                <a:cs typeface="Noto Sans"/>
                <a:sym typeface="Noto Sans"/>
              </a:rPr>
              <a:t> Ai </a:t>
            </a:r>
            <a:r>
              <a:rPr lang="en-US" sz="3399" dirty="0" err="1">
                <a:solidFill>
                  <a:srgbClr val="000000"/>
                </a:solidFill>
                <a:latin typeface="Noto Sans"/>
                <a:ea typeface="Noto Sans"/>
                <a:cs typeface="Noto Sans"/>
                <a:sym typeface="Noto Sans"/>
              </a:rPr>
              <a:t>tự</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học</a:t>
            </a:r>
            <a:r>
              <a:rPr lang="en-US" sz="3399" dirty="0" smtClean="0">
                <a:solidFill>
                  <a:srgbClr val="000000"/>
                </a:solidFill>
                <a:latin typeface="Noto Sans"/>
                <a:ea typeface="Noto Sans"/>
                <a:cs typeface="Noto Sans"/>
                <a:sym typeface="Noto Sans"/>
              </a:rPr>
              <a:t>.</a:t>
            </a:r>
          </a:p>
          <a:p>
            <a:pPr marL="734059" lvl="1" indent="-367030" algn="l">
              <a:lnSpc>
                <a:spcPts val="4759"/>
              </a:lnSpc>
              <a:buFont typeface="Arial"/>
              <a:buChar char="•"/>
            </a:pPr>
            <a:r>
              <a:rPr lang="en-US" sz="3399" dirty="0" err="1" smtClean="0">
                <a:solidFill>
                  <a:srgbClr val="000000"/>
                </a:solidFill>
                <a:latin typeface="Noto Sans"/>
                <a:ea typeface="Noto Sans"/>
                <a:cs typeface="Noto Sans"/>
                <a:sym typeface="Noto Sans"/>
              </a:rPr>
              <a:t>Còn</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nhạy</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cảm</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với</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nhiễu</a:t>
            </a:r>
            <a:r>
              <a:rPr lang="en-US" sz="3399" dirty="0" smtClean="0">
                <a:solidFill>
                  <a:srgbClr val="000000"/>
                </a:solidFill>
                <a:latin typeface="Noto Sans"/>
                <a:ea typeface="Noto Sans"/>
                <a:cs typeface="Noto Sans"/>
                <a:sym typeface="Noto Sans"/>
              </a:rPr>
              <a:t> </a:t>
            </a:r>
            <a:r>
              <a:rPr lang="en-US" sz="3399" dirty="0" err="1" smtClean="0">
                <a:solidFill>
                  <a:srgbClr val="000000"/>
                </a:solidFill>
                <a:latin typeface="Noto Sans"/>
                <a:ea typeface="Noto Sans"/>
                <a:cs typeface="Noto Sans"/>
                <a:sym typeface="Noto Sans"/>
              </a:rPr>
              <a:t>sáng</a:t>
            </a:r>
            <a:r>
              <a:rPr lang="en-US" sz="3399" dirty="0" smtClean="0">
                <a:solidFill>
                  <a:srgbClr val="000000"/>
                </a:solidFill>
                <a:latin typeface="Noto Sans"/>
                <a:ea typeface="Noto Sans"/>
                <a:cs typeface="Noto Sans"/>
                <a:sym typeface="Noto Sans"/>
              </a:rPr>
              <a:t>.</a:t>
            </a:r>
            <a:endParaRPr lang="en-US" sz="3399" dirty="0">
              <a:solidFill>
                <a:srgbClr val="000000"/>
              </a:solidFill>
              <a:latin typeface="Noto Sans"/>
              <a:ea typeface="Noto Sans"/>
              <a:cs typeface="Noto Sans"/>
              <a:sym typeface="Noto Sans"/>
            </a:endParaRPr>
          </a:p>
          <a:p>
            <a:pPr marL="367029" lvl="1" algn="l">
              <a:lnSpc>
                <a:spcPts val="4759"/>
              </a:lnSpc>
            </a:pPr>
            <a:endParaRPr lang="en-US" sz="3399" dirty="0">
              <a:solidFill>
                <a:srgbClr val="000000"/>
              </a:solidFill>
              <a:latin typeface="Noto Sans"/>
              <a:ea typeface="Noto Sans"/>
              <a:cs typeface="Noto Sans Bold"/>
              <a:sym typeface="Noto Sans"/>
            </a:endParaRPr>
          </a:p>
          <a:p>
            <a:pPr marL="367029" lvl="1" algn="l">
              <a:lnSpc>
                <a:spcPts val="4759"/>
              </a:lnSpc>
            </a:pPr>
            <a:r>
              <a:rPr lang="en-US" sz="3399" b="1" dirty="0" smtClean="0">
                <a:solidFill>
                  <a:srgbClr val="000000"/>
                </a:solidFill>
                <a:latin typeface="Noto Sans"/>
                <a:ea typeface="Noto Sans"/>
                <a:cs typeface="Noto Sans Bold"/>
                <a:sym typeface="Noto Sans"/>
              </a:rPr>
              <a:t>4. </a:t>
            </a:r>
            <a:r>
              <a:rPr lang="en-US" sz="3399" b="1" dirty="0" err="1" smtClean="0">
                <a:solidFill>
                  <a:srgbClr val="000000"/>
                </a:solidFill>
                <a:latin typeface="Noto Sans Bold"/>
                <a:ea typeface="Noto Sans Bold"/>
                <a:cs typeface="Noto Sans Bold"/>
                <a:sym typeface="Noto Sans Bold"/>
              </a:rPr>
              <a:t>Hướng</a:t>
            </a:r>
            <a:r>
              <a:rPr lang="en-US" sz="3399" b="1" dirty="0" smtClean="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phát</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triển</a:t>
            </a:r>
            <a:r>
              <a:rPr lang="en-US" sz="3399" b="1" dirty="0">
                <a:solidFill>
                  <a:srgbClr val="000000"/>
                </a:solidFill>
                <a:latin typeface="Noto Sans Bold"/>
                <a:ea typeface="Noto Sans Bold"/>
                <a:cs typeface="Noto Sans Bold"/>
                <a:sym typeface="Noto Sans Bold"/>
              </a:rPr>
              <a:t>:</a:t>
            </a:r>
          </a:p>
          <a:p>
            <a:pPr marL="734059" lvl="1" indent="-367030" algn="l">
              <a:lnSpc>
                <a:spcPts val="4759"/>
              </a:lnSpc>
              <a:buFont typeface="Arial"/>
              <a:buChar char="•"/>
            </a:pPr>
            <a:r>
              <a:rPr lang="en-US" sz="3399" dirty="0" err="1">
                <a:solidFill>
                  <a:srgbClr val="000000"/>
                </a:solidFill>
                <a:latin typeface="Noto Sans"/>
                <a:ea typeface="Noto Sans"/>
                <a:cs typeface="Noto Sans"/>
                <a:sym typeface="Noto Sans"/>
              </a:rPr>
              <a:t>Tích</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hợp</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trí</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tuệ</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nhân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tạo</a:t>
            </a:r>
            <a:r>
              <a:rPr lang="en-US" sz="3399" dirty="0">
                <a:solidFill>
                  <a:srgbClr val="000000"/>
                </a:solidFill>
                <a:latin typeface="Noto Sans"/>
                <a:ea typeface="Noto Sans"/>
                <a:cs typeface="Noto Sans"/>
                <a:sym typeface="Noto Sans"/>
              </a:rPr>
              <a:t> (AI) </a:t>
            </a:r>
            <a:r>
              <a:rPr lang="en-US" sz="3399" dirty="0" err="1">
                <a:solidFill>
                  <a:srgbClr val="000000"/>
                </a:solidFill>
                <a:latin typeface="Noto Sans"/>
                <a:ea typeface="Noto Sans"/>
                <a:cs typeface="Noto Sans"/>
                <a:sym typeface="Noto Sans"/>
              </a:rPr>
              <a:t>và</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học</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sâu</a:t>
            </a:r>
            <a:r>
              <a:rPr lang="en-US" sz="3399" dirty="0">
                <a:solidFill>
                  <a:srgbClr val="000000"/>
                </a:solidFill>
                <a:latin typeface="Noto Sans"/>
                <a:ea typeface="Noto Sans"/>
                <a:cs typeface="Noto Sans"/>
                <a:sym typeface="Noto Sans"/>
              </a:rPr>
              <a:t>.</a:t>
            </a:r>
          </a:p>
          <a:p>
            <a:pPr marL="734059" lvl="1" indent="-367030" algn="l">
              <a:lnSpc>
                <a:spcPts val="4759"/>
              </a:lnSpc>
              <a:buFont typeface="Arial"/>
              <a:buChar char="•"/>
            </a:pPr>
            <a:r>
              <a:rPr lang="en-US" sz="3399" dirty="0" err="1">
                <a:solidFill>
                  <a:srgbClr val="000000"/>
                </a:solidFill>
                <a:latin typeface="Noto Sans"/>
                <a:ea typeface="Noto Sans"/>
                <a:cs typeface="Noto Sans"/>
                <a:sym typeface="Noto Sans"/>
              </a:rPr>
              <a:t>nâng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cấp</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công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nghệ</a:t>
            </a:r>
            <a:r>
              <a:rPr lang="en-US" sz="3399" dirty="0">
                <a:solidFill>
                  <a:srgbClr val="000000"/>
                </a:solidFill>
                <a:latin typeface="Noto Sans"/>
                <a:ea typeface="Noto Sans"/>
                <a:cs typeface="Noto Sans"/>
                <a:sym typeface="Noto Sans"/>
              </a:rPr>
              <a:t> 3D </a:t>
            </a:r>
            <a:r>
              <a:rPr lang="en-US" sz="3399" dirty="0" err="1">
                <a:solidFill>
                  <a:srgbClr val="000000"/>
                </a:solidFill>
                <a:latin typeface="Noto Sans"/>
                <a:ea typeface="Noto Sans"/>
                <a:cs typeface="Noto Sans"/>
                <a:sym typeface="Noto Sans"/>
              </a:rPr>
              <a:t>và</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xử</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lý</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xong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xong</a:t>
            </a:r>
            <a:r>
              <a:rPr lang="en-US" sz="3399" dirty="0">
                <a:solidFill>
                  <a:srgbClr val="000000"/>
                </a:solidFill>
                <a:latin typeface="Noto Sans"/>
                <a:ea typeface="Noto Sans"/>
                <a:cs typeface="Noto Sans"/>
                <a:sym typeface="Noto Sans"/>
              </a:rPr>
              <a:t> GPU.</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4565650"/>
            <a:ext cx="16230600" cy="993775"/>
          </a:xfrm>
          <a:prstGeom prst="rect">
            <a:avLst/>
          </a:prstGeom>
        </p:spPr>
        <p:txBody>
          <a:bodyPr lIns="0" tIns="0" rIns="0" bIns="0" rtlCol="0" anchor="t">
            <a:spAutoFit/>
          </a:bodyPr>
          <a:lstStyle/>
          <a:p>
            <a:pPr marL="0" lvl="0" indent="0" algn="ctr">
              <a:lnSpc>
                <a:spcPts val="7699"/>
              </a:lnSpc>
            </a:pPr>
            <a:r>
              <a:rPr lang="en-US" sz="6999" b="1" spc="-139">
                <a:solidFill>
                  <a:srgbClr val="4A44BD"/>
                </a:solidFill>
                <a:latin typeface="Be Vietnam Ultra-Bold"/>
                <a:ea typeface="Be Vietnam Ultra-Bold"/>
                <a:cs typeface="Be Vietnam Ultra-Bold"/>
                <a:sym typeface="Be Vietnam Ultra-Bold"/>
              </a:rPr>
              <a:t>CẢM ƠN ĐÃ LẮNG NGHE</a:t>
            </a:r>
          </a:p>
        </p:txBody>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4A44BD"/>
                </a:solidFill>
                <a:latin typeface="Noto Sans"/>
                <a:ea typeface="Noto Sans"/>
                <a:cs typeface="Noto Sans"/>
                <a:sym typeface="Noto Sans"/>
              </a:rPr>
              <a:t>14</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958</TotalTime>
  <Words>1563</Words>
  <Application>Microsoft Office PowerPoint</Application>
  <PresentationFormat>Custom</PresentationFormat>
  <Paragraphs>162</Paragraphs>
  <Slides>14</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Open Sans</vt:lpstr>
      <vt:lpstr>Noto Sans Bold</vt:lpstr>
      <vt:lpstr>Arial</vt:lpstr>
      <vt:lpstr>Open Sans Bold</vt:lpstr>
      <vt:lpstr>Calibri</vt:lpstr>
      <vt:lpstr>Be Vietnam</vt:lpstr>
      <vt:lpstr>Be Vietnam Ultra-Bold</vt:lpstr>
      <vt:lpstr>Noto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đồ án tốt nghiệp</dc:title>
  <dc:creator>Quang Tuan</dc:creator>
  <cp:lastModifiedBy>Quang Tuan</cp:lastModifiedBy>
  <cp:revision>26</cp:revision>
  <dcterms:created xsi:type="dcterms:W3CDTF">2006-08-16T00:00:00Z</dcterms:created>
  <dcterms:modified xsi:type="dcterms:W3CDTF">2026-08-14T01:14:16Z</dcterms:modified>
  <dc:identifier>DAHRY7Fw4S8</dc:identifier>
</cp:coreProperties>
</file>